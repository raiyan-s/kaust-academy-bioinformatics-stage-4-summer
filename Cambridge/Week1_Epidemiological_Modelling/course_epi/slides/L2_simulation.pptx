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6"/>
  </p:notesMasterIdLst>
  <p:sldIdLst>
    <p:sldId id="277" r:id="rId2"/>
    <p:sldId id="280" r:id="rId3"/>
    <p:sldId id="295" r:id="rId4"/>
    <p:sldId id="296" r:id="rId5"/>
    <p:sldId id="297" r:id="rId6"/>
    <p:sldId id="291" r:id="rId7"/>
    <p:sldId id="298" r:id="rId8"/>
    <p:sldId id="299" r:id="rId9"/>
    <p:sldId id="292" r:id="rId10"/>
    <p:sldId id="301" r:id="rId11"/>
    <p:sldId id="302" r:id="rId12"/>
    <p:sldId id="303" r:id="rId13"/>
    <p:sldId id="304" r:id="rId14"/>
    <p:sldId id="29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6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7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96066"/>
  </p:normalViewPr>
  <p:slideViewPr>
    <p:cSldViewPr snapToGrid="0" snapToObjects="1" showGuides="1">
      <p:cViewPr varScale="1">
        <p:scale>
          <a:sx n="98" d="100"/>
          <a:sy n="98" d="100"/>
        </p:scale>
        <p:origin x="200" y="488"/>
      </p:cViewPr>
      <p:guideLst>
        <p:guide orient="horz" pos="2160"/>
        <p:guide pos="361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r Andrade" userId="ac9439da21bf4221" providerId="LiveId" clId="{6DC08232-84AC-C24B-B2AE-65AAA8E3839E}"/>
    <pc:docChg chg="modSld">
      <pc:chgData name="Jair Andrade" userId="ac9439da21bf4221" providerId="LiveId" clId="{6DC08232-84AC-C24B-B2AE-65AAA8E3839E}" dt="2025-07-20T21:09:52.858" v="18"/>
      <pc:docMkLst>
        <pc:docMk/>
      </pc:docMkLst>
      <pc:sldChg chg="modNotesTx">
        <pc:chgData name="Jair Andrade" userId="ac9439da21bf4221" providerId="LiveId" clId="{6DC08232-84AC-C24B-B2AE-65AAA8E3839E}" dt="2025-07-20T21:09:52.858" v="18"/>
        <pc:sldMkLst>
          <pc:docMk/>
          <pc:sldMk cId="1945344754" sldId="281"/>
        </pc:sldMkLst>
      </pc:sldChg>
    </pc:docChg>
  </pc:docChgLst>
  <pc:docChgLst>
    <pc:chgData name="Jair Andrade" userId="ac9439da21bf4221" providerId="LiveId" clId="{9E432B40-2719-D54A-B828-2E7D5E6093F4}"/>
    <pc:docChg chg="undo custSel addSld delSld modSld sldOrd">
      <pc:chgData name="Jair Andrade" userId="ac9439da21bf4221" providerId="LiveId" clId="{9E432B40-2719-D54A-B828-2E7D5E6093F4}" dt="2026-07-10T08:41:52.419" v="3812"/>
      <pc:docMkLst>
        <pc:docMk/>
      </pc:docMkLst>
      <pc:sldChg chg="addSp modSp mod">
        <pc:chgData name="Jair Andrade" userId="ac9439da21bf4221" providerId="LiveId" clId="{9E432B40-2719-D54A-B828-2E7D5E6093F4}" dt="2026-07-08T13:17:35.415" v="539" actId="20577"/>
        <pc:sldMkLst>
          <pc:docMk/>
          <pc:sldMk cId="0" sldId="277"/>
        </pc:sldMkLst>
        <pc:spChg chg="mod">
          <ac:chgData name="Jair Andrade" userId="ac9439da21bf4221" providerId="LiveId" clId="{9E432B40-2719-D54A-B828-2E7D5E6093F4}" dt="2026-07-08T13:17:35.415" v="539" actId="20577"/>
          <ac:spMkLst>
            <pc:docMk/>
            <pc:sldMk cId="0" sldId="277"/>
            <ac:spMk id="67" creationId="{00000000-0000-0000-0000-000000000000}"/>
          </ac:spMkLst>
        </pc:spChg>
        <pc:picChg chg="add mod">
          <ac:chgData name="Jair Andrade" userId="ac9439da21bf4221" providerId="LiveId" clId="{9E432B40-2719-D54A-B828-2E7D5E6093F4}" dt="2026-07-08T12:10:26.544" v="149" actId="1036"/>
          <ac:picMkLst>
            <pc:docMk/>
            <pc:sldMk cId="0" sldId="277"/>
            <ac:picMk id="1026" creationId="{E733151B-1A75-3846-8161-BAF42DC69B52}"/>
          </ac:picMkLst>
        </pc:picChg>
      </pc:sldChg>
      <pc:sldChg chg="modSp del mod">
        <pc:chgData name="Jair Andrade" userId="ac9439da21bf4221" providerId="LiveId" clId="{9E432B40-2719-D54A-B828-2E7D5E6093F4}" dt="2026-07-08T16:08:54.593" v="1346" actId="2696"/>
        <pc:sldMkLst>
          <pc:docMk/>
          <pc:sldMk cId="1804973244" sldId="278"/>
        </pc:sldMkLst>
        <pc:spChg chg="mod">
          <ac:chgData name="Jair Andrade" userId="ac9439da21bf4221" providerId="LiveId" clId="{9E432B40-2719-D54A-B828-2E7D5E6093F4}" dt="2026-07-08T11:09:11.564" v="62" actId="20577"/>
          <ac:spMkLst>
            <pc:docMk/>
            <pc:sldMk cId="1804973244" sldId="278"/>
            <ac:spMk id="3" creationId="{15B84D1A-1911-0E49-BE0C-4F7C00465AB8}"/>
          </ac:spMkLst>
        </pc:spChg>
      </pc:sldChg>
      <pc:sldChg chg="addSp delSp modSp mod modAnim">
        <pc:chgData name="Jair Andrade" userId="ac9439da21bf4221" providerId="LiveId" clId="{9E432B40-2719-D54A-B828-2E7D5E6093F4}" dt="2026-07-10T08:41:52.419" v="3812"/>
        <pc:sldMkLst>
          <pc:docMk/>
          <pc:sldMk cId="1590225432" sldId="280"/>
        </pc:sldMkLst>
        <pc:spChg chg="mod">
          <ac:chgData name="Jair Andrade" userId="ac9439da21bf4221" providerId="LiveId" clId="{9E432B40-2719-D54A-B828-2E7D5E6093F4}" dt="2026-07-08T11:50:16.468" v="107" actId="1076"/>
          <ac:spMkLst>
            <pc:docMk/>
            <pc:sldMk cId="1590225432" sldId="280"/>
            <ac:spMk id="3" creationId="{1216A42C-3F22-B24A-96E0-DAD7B5989E15}"/>
          </ac:spMkLst>
        </pc:spChg>
        <pc:spChg chg="add del mod">
          <ac:chgData name="Jair Andrade" userId="ac9439da21bf4221" providerId="LiveId" clId="{9E432B40-2719-D54A-B828-2E7D5E6093F4}" dt="2026-07-08T12:23:02.495" v="245" actId="478"/>
          <ac:spMkLst>
            <pc:docMk/>
            <pc:sldMk cId="1590225432" sldId="280"/>
            <ac:spMk id="6" creationId="{B21C6512-9A2D-2C41-A7FC-578574885256}"/>
          </ac:spMkLst>
        </pc:spChg>
        <pc:spChg chg="add mod">
          <ac:chgData name="Jair Andrade" userId="ac9439da21bf4221" providerId="LiveId" clId="{9E432B40-2719-D54A-B828-2E7D5E6093F4}" dt="2026-07-08T12:24:26.968" v="261" actId="207"/>
          <ac:spMkLst>
            <pc:docMk/>
            <pc:sldMk cId="1590225432" sldId="280"/>
            <ac:spMk id="12" creationId="{23E3F222-E6D9-5C40-98D7-F402FE310C8E}"/>
          </ac:spMkLst>
        </pc:spChg>
        <pc:spChg chg="add mod">
          <ac:chgData name="Jair Andrade" userId="ac9439da21bf4221" providerId="LiveId" clId="{9E432B40-2719-D54A-B828-2E7D5E6093F4}" dt="2026-07-08T12:24:32.502" v="263" actId="207"/>
          <ac:spMkLst>
            <pc:docMk/>
            <pc:sldMk cId="1590225432" sldId="280"/>
            <ac:spMk id="13" creationId="{DF4F45B0-0AD5-5E45-8D14-563D4FD1EBA0}"/>
          </ac:spMkLst>
        </pc:spChg>
        <pc:spChg chg="add mod">
          <ac:chgData name="Jair Andrade" userId="ac9439da21bf4221" providerId="LiveId" clId="{9E432B40-2719-D54A-B828-2E7D5E6093F4}" dt="2026-07-08T12:24:29.656" v="262" actId="207"/>
          <ac:spMkLst>
            <pc:docMk/>
            <pc:sldMk cId="1590225432" sldId="280"/>
            <ac:spMk id="14" creationId="{9A929D8B-DB1C-2C4D-98A7-439C321C37BB}"/>
          </ac:spMkLst>
        </pc:spChg>
        <pc:spChg chg="add mod">
          <ac:chgData name="Jair Andrade" userId="ac9439da21bf4221" providerId="LiveId" clId="{9E432B40-2719-D54A-B828-2E7D5E6093F4}" dt="2026-07-08T12:31:52.836" v="269" actId="1076"/>
          <ac:spMkLst>
            <pc:docMk/>
            <pc:sldMk cId="1590225432" sldId="280"/>
            <ac:spMk id="18" creationId="{5E00791B-EAC6-CB4D-965D-E7DF84C09B3F}"/>
          </ac:spMkLst>
        </pc:spChg>
        <pc:spChg chg="add del mod">
          <ac:chgData name="Jair Andrade" userId="ac9439da21bf4221" providerId="LiveId" clId="{9E432B40-2719-D54A-B828-2E7D5E6093F4}" dt="2026-07-08T19:44:13.532" v="3383" actId="767"/>
          <ac:spMkLst>
            <pc:docMk/>
            <pc:sldMk cId="1590225432" sldId="280"/>
            <ac:spMk id="19" creationId="{6384F766-CA2D-5546-960F-FA6D5BCD317F}"/>
          </ac:spMkLst>
        </pc:spChg>
        <pc:picChg chg="del mod">
          <ac:chgData name="Jair Andrade" userId="ac9439da21bf4221" providerId="LiveId" clId="{9E432B40-2719-D54A-B828-2E7D5E6093F4}" dt="2026-07-08T12:18:31.923" v="152" actId="478"/>
          <ac:picMkLst>
            <pc:docMk/>
            <pc:sldMk cId="1590225432" sldId="280"/>
            <ac:picMk id="4" creationId="{1F04E8E7-166E-7647-A34B-B71E534036FB}"/>
          </ac:picMkLst>
        </pc:picChg>
        <pc:picChg chg="add del mod">
          <ac:chgData name="Jair Andrade" userId="ac9439da21bf4221" providerId="LiveId" clId="{9E432B40-2719-D54A-B828-2E7D5E6093F4}" dt="2026-07-08T12:05:01.798" v="113" actId="478"/>
          <ac:picMkLst>
            <pc:docMk/>
            <pc:sldMk cId="1590225432" sldId="280"/>
            <ac:picMk id="8" creationId="{4C7B7FAA-2A02-7944-8D49-C098010654A5}"/>
          </ac:picMkLst>
        </pc:picChg>
        <pc:picChg chg="add mod">
          <ac:chgData name="Jair Andrade" userId="ac9439da21bf4221" providerId="LiveId" clId="{9E432B40-2719-D54A-B828-2E7D5E6093F4}" dt="2026-07-08T12:22:45.697" v="243" actId="1076"/>
          <ac:picMkLst>
            <pc:docMk/>
            <pc:sldMk cId="1590225432" sldId="280"/>
            <ac:picMk id="10" creationId="{13EAC40E-92D0-9F4C-B53E-4ABE20FE09F8}"/>
          </ac:picMkLst>
        </pc:picChg>
        <pc:picChg chg="add mod">
          <ac:chgData name="Jair Andrade" userId="ac9439da21bf4221" providerId="LiveId" clId="{9E432B40-2719-D54A-B828-2E7D5E6093F4}" dt="2026-07-08T12:22:33.002" v="239" actId="1076"/>
          <ac:picMkLst>
            <pc:docMk/>
            <pc:sldMk cId="1590225432" sldId="280"/>
            <ac:picMk id="11" creationId="{23B85726-D982-A74F-BD2D-EAEA223742C3}"/>
          </ac:picMkLst>
        </pc:picChg>
        <pc:picChg chg="add del mod">
          <ac:chgData name="Jair Andrade" userId="ac9439da21bf4221" providerId="LiveId" clId="{9E432B40-2719-D54A-B828-2E7D5E6093F4}" dt="2026-07-08T12:22:09.607" v="234"/>
          <ac:picMkLst>
            <pc:docMk/>
            <pc:sldMk cId="1590225432" sldId="280"/>
            <ac:picMk id="15" creationId="{60388ED1-62C3-9440-BA9D-2ED8D9EB6B38}"/>
          </ac:picMkLst>
        </pc:picChg>
        <pc:picChg chg="add mod">
          <ac:chgData name="Jair Andrade" userId="ac9439da21bf4221" providerId="LiveId" clId="{9E432B40-2719-D54A-B828-2E7D5E6093F4}" dt="2026-07-08T18:52:36.545" v="3342" actId="14826"/>
          <ac:picMkLst>
            <pc:docMk/>
            <pc:sldMk cId="1590225432" sldId="280"/>
            <ac:picMk id="16" creationId="{F46E2551-9184-904F-8EC0-83E9500E6384}"/>
          </ac:picMkLst>
        </pc:picChg>
        <pc:picChg chg="add mod">
          <ac:chgData name="Jair Andrade" userId="ac9439da21bf4221" providerId="LiveId" clId="{9E432B40-2719-D54A-B828-2E7D5E6093F4}" dt="2026-07-10T08:41:38.425" v="3811" actId="1076"/>
          <ac:picMkLst>
            <pc:docMk/>
            <pc:sldMk cId="1590225432" sldId="280"/>
            <ac:picMk id="1026" creationId="{7729DD3F-4A94-C047-9D3E-418652820690}"/>
          </ac:picMkLst>
        </pc:picChg>
      </pc:sldChg>
      <pc:sldChg chg="del">
        <pc:chgData name="Jair Andrade" userId="ac9439da21bf4221" providerId="LiveId" clId="{9E432B40-2719-D54A-B828-2E7D5E6093F4}" dt="2026-07-08T16:08:55.471" v="1347" actId="2696"/>
        <pc:sldMkLst>
          <pc:docMk/>
          <pc:sldMk cId="1945344754" sldId="281"/>
        </pc:sldMkLst>
      </pc:sldChg>
      <pc:sldChg chg="del">
        <pc:chgData name="Jair Andrade" userId="ac9439da21bf4221" providerId="LiveId" clId="{9E432B40-2719-D54A-B828-2E7D5E6093F4}" dt="2026-07-08T16:08:56.330" v="1348" actId="2696"/>
        <pc:sldMkLst>
          <pc:docMk/>
          <pc:sldMk cId="4243704796" sldId="282"/>
        </pc:sldMkLst>
      </pc:sldChg>
      <pc:sldChg chg="del">
        <pc:chgData name="Jair Andrade" userId="ac9439da21bf4221" providerId="LiveId" clId="{9E432B40-2719-D54A-B828-2E7D5E6093F4}" dt="2026-07-08T16:08:56.912" v="1349" actId="2696"/>
        <pc:sldMkLst>
          <pc:docMk/>
          <pc:sldMk cId="2255337988" sldId="283"/>
        </pc:sldMkLst>
      </pc:sldChg>
      <pc:sldChg chg="del">
        <pc:chgData name="Jair Andrade" userId="ac9439da21bf4221" providerId="LiveId" clId="{9E432B40-2719-D54A-B828-2E7D5E6093F4}" dt="2026-07-08T16:08:57.415" v="1350" actId="2696"/>
        <pc:sldMkLst>
          <pc:docMk/>
          <pc:sldMk cId="3449783335" sldId="284"/>
        </pc:sldMkLst>
      </pc:sldChg>
      <pc:sldChg chg="del">
        <pc:chgData name="Jair Andrade" userId="ac9439da21bf4221" providerId="LiveId" clId="{9E432B40-2719-D54A-B828-2E7D5E6093F4}" dt="2026-07-08T16:08:58.475" v="1351" actId="2696"/>
        <pc:sldMkLst>
          <pc:docMk/>
          <pc:sldMk cId="2618670296" sldId="285"/>
        </pc:sldMkLst>
      </pc:sldChg>
      <pc:sldChg chg="del">
        <pc:chgData name="Jair Andrade" userId="ac9439da21bf4221" providerId="LiveId" clId="{9E432B40-2719-D54A-B828-2E7D5E6093F4}" dt="2026-07-08T16:09:00.498" v="1352" actId="2696"/>
        <pc:sldMkLst>
          <pc:docMk/>
          <pc:sldMk cId="3691686096" sldId="286"/>
        </pc:sldMkLst>
      </pc:sldChg>
      <pc:sldChg chg="del">
        <pc:chgData name="Jair Andrade" userId="ac9439da21bf4221" providerId="LiveId" clId="{9E432B40-2719-D54A-B828-2E7D5E6093F4}" dt="2026-07-08T16:09:01.379" v="1353" actId="2696"/>
        <pc:sldMkLst>
          <pc:docMk/>
          <pc:sldMk cId="2444750803" sldId="287"/>
        </pc:sldMkLst>
      </pc:sldChg>
      <pc:sldChg chg="del">
        <pc:chgData name="Jair Andrade" userId="ac9439da21bf4221" providerId="LiveId" clId="{9E432B40-2719-D54A-B828-2E7D5E6093F4}" dt="2026-07-08T16:09:03.115" v="1354" actId="2696"/>
        <pc:sldMkLst>
          <pc:docMk/>
          <pc:sldMk cId="4254288658" sldId="288"/>
        </pc:sldMkLst>
      </pc:sldChg>
      <pc:sldChg chg="modSp del ord">
        <pc:chgData name="Jair Andrade" userId="ac9439da21bf4221" providerId="LiveId" clId="{9E432B40-2719-D54A-B828-2E7D5E6093F4}" dt="2026-07-08T16:08:53.132" v="1345" actId="2696"/>
        <pc:sldMkLst>
          <pc:docMk/>
          <pc:sldMk cId="1882937708" sldId="289"/>
        </pc:sldMkLst>
        <pc:spChg chg="mod">
          <ac:chgData name="Jair Andrade" userId="ac9439da21bf4221" providerId="LiveId" clId="{9E432B40-2719-D54A-B828-2E7D5E6093F4}" dt="2026-07-08T13:16:13.199" v="514" actId="20577"/>
          <ac:spMkLst>
            <pc:docMk/>
            <pc:sldMk cId="1882937708" sldId="289"/>
            <ac:spMk id="3" creationId="{58B0B7D5-1EFD-D447-89A4-5BD29907E03F}"/>
          </ac:spMkLst>
        </pc:spChg>
      </pc:sldChg>
      <pc:sldChg chg="delSp modSp del mod delAnim modAnim">
        <pc:chgData name="Jair Andrade" userId="ac9439da21bf4221" providerId="LiveId" clId="{9E432B40-2719-D54A-B828-2E7D5E6093F4}" dt="2026-07-08T16:13:06.861" v="1429" actId="2696"/>
        <pc:sldMkLst>
          <pc:docMk/>
          <pc:sldMk cId="244854746" sldId="290"/>
        </pc:sldMkLst>
        <pc:spChg chg="del mod">
          <ac:chgData name="Jair Andrade" userId="ac9439da21bf4221" providerId="LiveId" clId="{9E432B40-2719-D54A-B828-2E7D5E6093F4}" dt="2026-07-08T16:11:11.344" v="1399"/>
          <ac:spMkLst>
            <pc:docMk/>
            <pc:sldMk cId="244854746" sldId="290"/>
            <ac:spMk id="11" creationId="{6C65F575-2DD7-7347-9B96-DBCB21C50C5D}"/>
          </ac:spMkLst>
        </pc:spChg>
      </pc:sldChg>
      <pc:sldChg chg="addSp delSp modSp mod delAnim modAnim">
        <pc:chgData name="Jair Andrade" userId="ac9439da21bf4221" providerId="LiveId" clId="{9E432B40-2719-D54A-B828-2E7D5E6093F4}" dt="2026-07-09T09:28:37.855" v="3592"/>
        <pc:sldMkLst>
          <pc:docMk/>
          <pc:sldMk cId="1413063986" sldId="292"/>
        </pc:sldMkLst>
        <pc:spChg chg="add del mod">
          <ac:chgData name="Jair Andrade" userId="ac9439da21bf4221" providerId="LiveId" clId="{9E432B40-2719-D54A-B828-2E7D5E6093F4}" dt="2026-07-08T20:52:51.718" v="3460"/>
          <ac:spMkLst>
            <pc:docMk/>
            <pc:sldMk cId="1413063986" sldId="292"/>
            <ac:spMk id="3" creationId="{65ACC3B4-968C-C94D-AFEC-BD2423E69231}"/>
          </ac:spMkLst>
        </pc:spChg>
        <pc:spChg chg="add mod">
          <ac:chgData name="Jair Andrade" userId="ac9439da21bf4221" providerId="LiveId" clId="{9E432B40-2719-D54A-B828-2E7D5E6093F4}" dt="2026-07-08T20:52:59.281" v="3463" actId="207"/>
          <ac:spMkLst>
            <pc:docMk/>
            <pc:sldMk cId="1413063986" sldId="292"/>
            <ac:spMk id="6" creationId="{A90D0091-6756-464F-A3C3-30920EB437B3}"/>
          </ac:spMkLst>
        </pc:spChg>
        <pc:spChg chg="del mod">
          <ac:chgData name="Jair Andrade" userId="ac9439da21bf4221" providerId="LiveId" clId="{9E432B40-2719-D54A-B828-2E7D5E6093F4}" dt="2026-07-08T17:04:19.544" v="2346" actId="478"/>
          <ac:spMkLst>
            <pc:docMk/>
            <pc:sldMk cId="1413063986" sldId="292"/>
            <ac:spMk id="6" creationId="{CDF6ADB7-ED7E-5D44-A9E6-49D1B6A3EFA1}"/>
          </ac:spMkLst>
        </pc:spChg>
        <pc:spChg chg="add mod">
          <ac:chgData name="Jair Andrade" userId="ac9439da21bf4221" providerId="LiveId" clId="{9E432B40-2719-D54A-B828-2E7D5E6093F4}" dt="2026-07-08T20:53:26.412" v="3483" actId="1076"/>
          <ac:spMkLst>
            <pc:docMk/>
            <pc:sldMk cId="1413063986" sldId="292"/>
            <ac:spMk id="7" creationId="{845E57E5-B8BE-5E48-9426-FC6853AC5D96}"/>
          </ac:spMkLst>
        </pc:spChg>
        <pc:spChg chg="del">
          <ac:chgData name="Jair Andrade" userId="ac9439da21bf4221" providerId="LiveId" clId="{9E432B40-2719-D54A-B828-2E7D5E6093F4}" dt="2026-07-08T17:04:21.131" v="2347" actId="478"/>
          <ac:spMkLst>
            <pc:docMk/>
            <pc:sldMk cId="1413063986" sldId="292"/>
            <ac:spMk id="9" creationId="{691F4AE4-518D-504C-8F0F-9604C35D512E}"/>
          </ac:spMkLst>
        </pc:spChg>
        <pc:spChg chg="del">
          <ac:chgData name="Jair Andrade" userId="ac9439da21bf4221" providerId="LiveId" clId="{9E432B40-2719-D54A-B828-2E7D5E6093F4}" dt="2026-07-08T17:04:22.801" v="2348" actId="478"/>
          <ac:spMkLst>
            <pc:docMk/>
            <pc:sldMk cId="1413063986" sldId="292"/>
            <ac:spMk id="10" creationId="{54555BE7-E0EB-4F4F-AD88-D7C3FBC8BA03}"/>
          </ac:spMkLst>
        </pc:spChg>
        <pc:spChg chg="add del mod">
          <ac:chgData name="Jair Andrade" userId="ac9439da21bf4221" providerId="LiveId" clId="{9E432B40-2719-D54A-B828-2E7D5E6093F4}" dt="2026-07-08T17:20:20.198" v="2481"/>
          <ac:spMkLst>
            <pc:docMk/>
            <pc:sldMk cId="1413063986" sldId="292"/>
            <ac:spMk id="15" creationId="{19E6AD7B-0B8A-2F47-8227-8DB8D9AC3B66}"/>
          </ac:spMkLst>
        </pc:spChg>
        <pc:spChg chg="add del mod">
          <ac:chgData name="Jair Andrade" userId="ac9439da21bf4221" providerId="LiveId" clId="{9E432B40-2719-D54A-B828-2E7D5E6093F4}" dt="2026-07-08T17:46:27.556" v="2767" actId="21"/>
          <ac:spMkLst>
            <pc:docMk/>
            <pc:sldMk cId="1413063986" sldId="292"/>
            <ac:spMk id="18" creationId="{CEF2ADD6-162E-3D46-8744-6668D73CB49D}"/>
          </ac:spMkLst>
        </pc:spChg>
        <pc:spChg chg="add del mod">
          <ac:chgData name="Jair Andrade" userId="ac9439da21bf4221" providerId="LiveId" clId="{9E432B40-2719-D54A-B828-2E7D5E6093F4}" dt="2026-07-08T17:46:27.556" v="2767" actId="21"/>
          <ac:spMkLst>
            <pc:docMk/>
            <pc:sldMk cId="1413063986" sldId="292"/>
            <ac:spMk id="19" creationId="{1C2AD99F-CB33-844F-8A67-897A43C1BE74}"/>
          </ac:spMkLst>
        </pc:spChg>
        <pc:spChg chg="add del mod">
          <ac:chgData name="Jair Andrade" userId="ac9439da21bf4221" providerId="LiveId" clId="{9E432B40-2719-D54A-B828-2E7D5E6093F4}" dt="2026-07-08T17:46:27.556" v="2767" actId="21"/>
          <ac:spMkLst>
            <pc:docMk/>
            <pc:sldMk cId="1413063986" sldId="292"/>
            <ac:spMk id="20" creationId="{C222F4DA-F799-B248-8313-155AA50FE0FE}"/>
          </ac:spMkLst>
        </pc:spChg>
        <pc:spChg chg="add del mod">
          <ac:chgData name="Jair Andrade" userId="ac9439da21bf4221" providerId="LiveId" clId="{9E432B40-2719-D54A-B828-2E7D5E6093F4}" dt="2026-07-08T17:46:27.556" v="2767" actId="21"/>
          <ac:spMkLst>
            <pc:docMk/>
            <pc:sldMk cId="1413063986" sldId="292"/>
            <ac:spMk id="21" creationId="{7D876E39-26A7-5849-B4B1-00AE76E9749D}"/>
          </ac:spMkLst>
        </pc:spChg>
        <pc:spChg chg="add del mod">
          <ac:chgData name="Jair Andrade" userId="ac9439da21bf4221" providerId="LiveId" clId="{9E432B40-2719-D54A-B828-2E7D5E6093F4}" dt="2026-07-08T17:46:27.556" v="2767" actId="21"/>
          <ac:spMkLst>
            <pc:docMk/>
            <pc:sldMk cId="1413063986" sldId="292"/>
            <ac:spMk id="23" creationId="{EE538450-47A5-B048-8FD6-0788643CEC64}"/>
          </ac:spMkLst>
        </pc:spChg>
        <pc:spChg chg="add del mod">
          <ac:chgData name="Jair Andrade" userId="ac9439da21bf4221" providerId="LiveId" clId="{9E432B40-2719-D54A-B828-2E7D5E6093F4}" dt="2026-07-08T17:46:34.592" v="2769" actId="21"/>
          <ac:spMkLst>
            <pc:docMk/>
            <pc:sldMk cId="1413063986" sldId="292"/>
            <ac:spMk id="25" creationId="{D1965994-7283-CA44-B9AD-B7A1A2470025}"/>
          </ac:spMkLst>
        </pc:spChg>
        <pc:spChg chg="add del mod">
          <ac:chgData name="Jair Andrade" userId="ac9439da21bf4221" providerId="LiveId" clId="{9E432B40-2719-D54A-B828-2E7D5E6093F4}" dt="2026-07-08T17:46:46.795" v="2772" actId="21"/>
          <ac:spMkLst>
            <pc:docMk/>
            <pc:sldMk cId="1413063986" sldId="292"/>
            <ac:spMk id="26" creationId="{C66794A3-9B50-064E-BA84-FC66154C2737}"/>
          </ac:spMkLst>
        </pc:spChg>
        <pc:spChg chg="add mod">
          <ac:chgData name="Jair Andrade" userId="ac9439da21bf4221" providerId="LiveId" clId="{9E432B40-2719-D54A-B828-2E7D5E6093F4}" dt="2026-07-08T18:47:51.031" v="3325" actId="1076"/>
          <ac:spMkLst>
            <pc:docMk/>
            <pc:sldMk cId="1413063986" sldId="292"/>
            <ac:spMk id="31" creationId="{DEE696C0-8B2B-6444-BDD3-A2D47808FC0A}"/>
          </ac:spMkLst>
        </pc:spChg>
        <pc:spChg chg="add mod">
          <ac:chgData name="Jair Andrade" userId="ac9439da21bf4221" providerId="LiveId" clId="{9E432B40-2719-D54A-B828-2E7D5E6093F4}" dt="2026-07-08T18:48:06.788" v="3327" actId="1076"/>
          <ac:spMkLst>
            <pc:docMk/>
            <pc:sldMk cId="1413063986" sldId="292"/>
            <ac:spMk id="32" creationId="{F3D40F47-B69D-B345-A88C-DC9209A8A5FC}"/>
          </ac:spMkLst>
        </pc:spChg>
        <pc:picChg chg="add mod">
          <ac:chgData name="Jair Andrade" userId="ac9439da21bf4221" providerId="LiveId" clId="{9E432B40-2719-D54A-B828-2E7D5E6093F4}" dt="2026-07-08T18:13:30.594" v="2958" actId="1076"/>
          <ac:picMkLst>
            <pc:docMk/>
            <pc:sldMk cId="1413063986" sldId="292"/>
            <ac:picMk id="5" creationId="{634AE2AB-87BA-2549-BC3F-213ECB373C5F}"/>
          </ac:picMkLst>
        </pc:picChg>
        <pc:picChg chg="add mod">
          <ac:chgData name="Jair Andrade" userId="ac9439da21bf4221" providerId="LiveId" clId="{9E432B40-2719-D54A-B828-2E7D5E6093F4}" dt="2026-07-08T18:13:32.022" v="2959" actId="1076"/>
          <ac:picMkLst>
            <pc:docMk/>
            <pc:sldMk cId="1413063986" sldId="292"/>
            <ac:picMk id="8" creationId="{2BAD830D-7C87-9441-868B-E811B20F8992}"/>
          </ac:picMkLst>
        </pc:picChg>
        <pc:picChg chg="add mod">
          <ac:chgData name="Jair Andrade" userId="ac9439da21bf4221" providerId="LiveId" clId="{9E432B40-2719-D54A-B828-2E7D5E6093F4}" dt="2026-07-08T18:13:36.939" v="2961" actId="1076"/>
          <ac:picMkLst>
            <pc:docMk/>
            <pc:sldMk cId="1413063986" sldId="292"/>
            <ac:picMk id="11" creationId="{37F5EDB5-1ACF-AF43-A17B-7B4CD11E5B7A}"/>
          </ac:picMkLst>
        </pc:picChg>
        <pc:picChg chg="add del mod">
          <ac:chgData name="Jair Andrade" userId="ac9439da21bf4221" providerId="LiveId" clId="{9E432B40-2719-D54A-B828-2E7D5E6093F4}" dt="2026-07-08T17:46:09.977" v="2765" actId="478"/>
          <ac:picMkLst>
            <pc:docMk/>
            <pc:sldMk cId="1413063986" sldId="292"/>
            <ac:picMk id="13" creationId="{C14C214A-CE3C-7C4C-86F2-948E820A1984}"/>
          </ac:picMkLst>
        </pc:picChg>
        <pc:picChg chg="del">
          <ac:chgData name="Jair Andrade" userId="ac9439da21bf4221" providerId="LiveId" clId="{9E432B40-2719-D54A-B828-2E7D5E6093F4}" dt="2026-07-08T17:04:23.532" v="2349" actId="478"/>
          <ac:picMkLst>
            <pc:docMk/>
            <pc:sldMk cId="1413063986" sldId="292"/>
            <ac:picMk id="14" creationId="{567DC9C7-14B5-C942-8E7D-CBB7991805EE}"/>
          </ac:picMkLst>
        </pc:picChg>
        <pc:picChg chg="del">
          <ac:chgData name="Jair Andrade" userId="ac9439da21bf4221" providerId="LiveId" clId="{9E432B40-2719-D54A-B828-2E7D5E6093F4}" dt="2026-07-08T17:04:24.319" v="2350" actId="478"/>
          <ac:picMkLst>
            <pc:docMk/>
            <pc:sldMk cId="1413063986" sldId="292"/>
            <ac:picMk id="16" creationId="{FAA1BA97-9B7D-8A45-A488-CF8C0761EC33}"/>
          </ac:picMkLst>
        </pc:picChg>
        <pc:picChg chg="add mod">
          <ac:chgData name="Jair Andrade" userId="ac9439da21bf4221" providerId="LiveId" clId="{9E432B40-2719-D54A-B828-2E7D5E6093F4}" dt="2026-07-08T17:50:01.132" v="2792" actId="1076"/>
          <ac:picMkLst>
            <pc:docMk/>
            <pc:sldMk cId="1413063986" sldId="292"/>
            <ac:picMk id="27" creationId="{C58FC20D-B9CE-AD42-9E64-26C7FA399481}"/>
          </ac:picMkLst>
        </pc:picChg>
        <pc:picChg chg="add del mod">
          <ac:chgData name="Jair Andrade" userId="ac9439da21bf4221" providerId="LiveId" clId="{9E432B40-2719-D54A-B828-2E7D5E6093F4}" dt="2026-07-08T18:17:19.918" v="2969" actId="478"/>
          <ac:picMkLst>
            <pc:docMk/>
            <pc:sldMk cId="1413063986" sldId="292"/>
            <ac:picMk id="28" creationId="{A20EA4A6-1C18-DC47-B769-8CDB8F009A44}"/>
          </ac:picMkLst>
        </pc:picChg>
        <pc:picChg chg="add del mod">
          <ac:chgData name="Jair Andrade" userId="ac9439da21bf4221" providerId="LiveId" clId="{9E432B40-2719-D54A-B828-2E7D5E6093F4}" dt="2026-07-08T18:15:56.091" v="2967"/>
          <ac:picMkLst>
            <pc:docMk/>
            <pc:sldMk cId="1413063986" sldId="292"/>
            <ac:picMk id="29" creationId="{90089927-92F3-B641-823A-0C6D00E4F5EE}"/>
          </ac:picMkLst>
        </pc:picChg>
        <pc:picChg chg="add mod">
          <ac:chgData name="Jair Andrade" userId="ac9439da21bf4221" providerId="LiveId" clId="{9E432B40-2719-D54A-B828-2E7D5E6093F4}" dt="2026-07-08T18:17:55.314" v="2972" actId="1076"/>
          <ac:picMkLst>
            <pc:docMk/>
            <pc:sldMk cId="1413063986" sldId="292"/>
            <ac:picMk id="30" creationId="{50960009-F64E-D941-AA1D-717CEBCCB374}"/>
          </ac:picMkLst>
        </pc:picChg>
      </pc:sldChg>
      <pc:sldChg chg="del">
        <pc:chgData name="Jair Andrade" userId="ac9439da21bf4221" providerId="LiveId" clId="{9E432B40-2719-D54A-B828-2E7D5E6093F4}" dt="2026-07-08T17:54:39.133" v="2804" actId="2696"/>
        <pc:sldMkLst>
          <pc:docMk/>
          <pc:sldMk cId="887733553" sldId="293"/>
        </pc:sldMkLst>
      </pc:sldChg>
      <pc:sldChg chg="del">
        <pc:chgData name="Jair Andrade" userId="ac9439da21bf4221" providerId="LiveId" clId="{9E432B40-2719-D54A-B828-2E7D5E6093F4}" dt="2026-07-08T10:54:50.201" v="50" actId="2696"/>
        <pc:sldMkLst>
          <pc:docMk/>
          <pc:sldMk cId="135152378" sldId="294"/>
        </pc:sldMkLst>
      </pc:sldChg>
      <pc:sldChg chg="modSp new mod">
        <pc:chgData name="Jair Andrade" userId="ac9439da21bf4221" providerId="LiveId" clId="{9E432B40-2719-D54A-B828-2E7D5E6093F4}" dt="2026-07-08T18:45:42.439" v="3318" actId="5793"/>
        <pc:sldMkLst>
          <pc:docMk/>
          <pc:sldMk cId="3469419966" sldId="294"/>
        </pc:sldMkLst>
        <pc:spChg chg="mod">
          <ac:chgData name="Jair Andrade" userId="ac9439da21bf4221" providerId="LiveId" clId="{9E432B40-2719-D54A-B828-2E7D5E6093F4}" dt="2026-07-08T12:23:42.871" v="259" actId="20577"/>
          <ac:spMkLst>
            <pc:docMk/>
            <pc:sldMk cId="3469419966" sldId="294"/>
            <ac:spMk id="2" creationId="{5F37F311-8A08-FD40-8C47-6996C38171DD}"/>
          </ac:spMkLst>
        </pc:spChg>
        <pc:spChg chg="mod">
          <ac:chgData name="Jair Andrade" userId="ac9439da21bf4221" providerId="LiveId" clId="{9E432B40-2719-D54A-B828-2E7D5E6093F4}" dt="2026-07-08T18:45:42.439" v="3318" actId="5793"/>
          <ac:spMkLst>
            <pc:docMk/>
            <pc:sldMk cId="3469419966" sldId="294"/>
            <ac:spMk id="3" creationId="{3F3842D4-FE40-6F42-85CC-04BBE0F629FC}"/>
          </ac:spMkLst>
        </pc:spChg>
      </pc:sldChg>
      <pc:sldChg chg="addSp delSp modSp new mod modAnim">
        <pc:chgData name="Jair Andrade" userId="ac9439da21bf4221" providerId="LiveId" clId="{9E432B40-2719-D54A-B828-2E7D5E6093F4}" dt="2026-07-09T12:11:14.565" v="3807"/>
        <pc:sldMkLst>
          <pc:docMk/>
          <pc:sldMk cId="2691247634" sldId="295"/>
        </pc:sldMkLst>
        <pc:spChg chg="mod">
          <ac:chgData name="Jair Andrade" userId="ac9439da21bf4221" providerId="LiveId" clId="{9E432B40-2719-D54A-B828-2E7D5E6093F4}" dt="2026-07-08T12:40:00.724" v="307" actId="20577"/>
          <ac:spMkLst>
            <pc:docMk/>
            <pc:sldMk cId="2691247634" sldId="295"/>
            <ac:spMk id="2" creationId="{14FFD7CC-C38D-0949-9D65-C0023212C506}"/>
          </ac:spMkLst>
        </pc:spChg>
        <pc:spChg chg="add mod">
          <ac:chgData name="Jair Andrade" userId="ac9439da21bf4221" providerId="LiveId" clId="{9E432B40-2719-D54A-B828-2E7D5E6093F4}" dt="2026-07-08T19:46:54.406" v="3390" actId="1076"/>
          <ac:spMkLst>
            <pc:docMk/>
            <pc:sldMk cId="2691247634" sldId="295"/>
            <ac:spMk id="3" creationId="{07A1F751-399F-DB4C-8AAC-BA4276E4551C}"/>
          </ac:spMkLst>
        </pc:spChg>
        <pc:spChg chg="del">
          <ac:chgData name="Jair Andrade" userId="ac9439da21bf4221" providerId="LiveId" clId="{9E432B40-2719-D54A-B828-2E7D5E6093F4}" dt="2026-07-08T12:39:13.941" v="292" actId="478"/>
          <ac:spMkLst>
            <pc:docMk/>
            <pc:sldMk cId="2691247634" sldId="295"/>
            <ac:spMk id="3" creationId="{7C58FBB4-33CA-F24A-A55B-0A32B95C1E8D}"/>
          </ac:spMkLst>
        </pc:spChg>
        <pc:spChg chg="add mod">
          <ac:chgData name="Jair Andrade" userId="ac9439da21bf4221" providerId="LiveId" clId="{9E432B40-2719-D54A-B828-2E7D5E6093F4}" dt="2026-07-09T12:09:19.896" v="3769" actId="1076"/>
          <ac:spMkLst>
            <pc:docMk/>
            <pc:sldMk cId="2691247634" sldId="295"/>
            <ac:spMk id="3" creationId="{97EF9354-158C-2E45-B196-B6345002C53F}"/>
          </ac:spMkLst>
        </pc:spChg>
        <pc:spChg chg="add mod">
          <ac:chgData name="Jair Andrade" userId="ac9439da21bf4221" providerId="LiveId" clId="{9E432B40-2719-D54A-B828-2E7D5E6093F4}" dt="2026-07-08T13:00:08.379" v="507" actId="14100"/>
          <ac:spMkLst>
            <pc:docMk/>
            <pc:sldMk cId="2691247634" sldId="295"/>
            <ac:spMk id="8" creationId="{CF2517D3-C700-F64B-A015-734F0571C256}"/>
          </ac:spMkLst>
        </pc:spChg>
        <pc:spChg chg="add mod">
          <ac:chgData name="Jair Andrade" userId="ac9439da21bf4221" providerId="LiveId" clId="{9E432B40-2719-D54A-B828-2E7D5E6093F4}" dt="2026-07-09T12:09:25.340" v="3775" actId="20577"/>
          <ac:spMkLst>
            <pc:docMk/>
            <pc:sldMk cId="2691247634" sldId="295"/>
            <ac:spMk id="9" creationId="{D7DA645A-082A-8E4A-B702-50CCA95DCA4B}"/>
          </ac:spMkLst>
        </pc:spChg>
        <pc:spChg chg="add mod">
          <ac:chgData name="Jair Andrade" userId="ac9439da21bf4221" providerId="LiveId" clId="{9E432B40-2719-D54A-B828-2E7D5E6093F4}" dt="2026-07-08T12:49:11.093" v="492" actId="1076"/>
          <ac:spMkLst>
            <pc:docMk/>
            <pc:sldMk cId="2691247634" sldId="295"/>
            <ac:spMk id="10" creationId="{E2A90131-EB09-F548-8D0A-5DC9087285E9}"/>
          </ac:spMkLst>
        </pc:spChg>
        <pc:spChg chg="add mod">
          <ac:chgData name="Jair Andrade" userId="ac9439da21bf4221" providerId="LiveId" clId="{9E432B40-2719-D54A-B828-2E7D5E6093F4}" dt="2026-07-09T12:11:06.783" v="3803" actId="20577"/>
          <ac:spMkLst>
            <pc:docMk/>
            <pc:sldMk cId="2691247634" sldId="295"/>
            <ac:spMk id="11" creationId="{39B7E3FA-1B92-0D47-BFC3-4638F1F2057D}"/>
          </ac:spMkLst>
        </pc:spChg>
        <pc:spChg chg="add mod">
          <ac:chgData name="Jair Andrade" userId="ac9439da21bf4221" providerId="LiveId" clId="{9E432B40-2719-D54A-B828-2E7D5E6093F4}" dt="2026-07-08T12:44:16.120" v="325" actId="1076"/>
          <ac:spMkLst>
            <pc:docMk/>
            <pc:sldMk cId="2691247634" sldId="295"/>
            <ac:spMk id="12" creationId="{E7B2AC94-8A7E-1B48-A35B-F08EB251A6F5}"/>
          </ac:spMkLst>
        </pc:spChg>
        <pc:spChg chg="add mod">
          <ac:chgData name="Jair Andrade" userId="ac9439da21bf4221" providerId="LiveId" clId="{9E432B40-2719-D54A-B828-2E7D5E6093F4}" dt="2026-07-08T12:48:45.850" v="487" actId="207"/>
          <ac:spMkLst>
            <pc:docMk/>
            <pc:sldMk cId="2691247634" sldId="295"/>
            <ac:spMk id="14" creationId="{54722646-2ECB-2A43-9165-D7CC18CB5BE6}"/>
          </ac:spMkLst>
        </pc:spChg>
        <pc:spChg chg="add mod">
          <ac:chgData name="Jair Andrade" userId="ac9439da21bf4221" providerId="LiveId" clId="{9E432B40-2719-D54A-B828-2E7D5E6093F4}" dt="2026-07-08T12:50:01.945" v="494" actId="20577"/>
          <ac:spMkLst>
            <pc:docMk/>
            <pc:sldMk cId="2691247634" sldId="295"/>
            <ac:spMk id="15" creationId="{705A03D4-21C7-3142-9BEF-DBDC2AC7E915}"/>
          </ac:spMkLst>
        </pc:spChg>
        <pc:spChg chg="add mod">
          <ac:chgData name="Jair Andrade" userId="ac9439da21bf4221" providerId="LiveId" clId="{9E432B40-2719-D54A-B828-2E7D5E6093F4}" dt="2026-07-08T12:49:16.424" v="493" actId="1076"/>
          <ac:spMkLst>
            <pc:docMk/>
            <pc:sldMk cId="2691247634" sldId="295"/>
            <ac:spMk id="16" creationId="{F0789FCE-FE04-164A-9A43-181766BFB8E6}"/>
          </ac:spMkLst>
        </pc:spChg>
        <pc:picChg chg="add mod">
          <ac:chgData name="Jair Andrade" userId="ac9439da21bf4221" providerId="LiveId" clId="{9E432B40-2719-D54A-B828-2E7D5E6093F4}" dt="2026-07-08T12:39:32.698" v="297" actId="1076"/>
          <ac:picMkLst>
            <pc:docMk/>
            <pc:sldMk cId="2691247634" sldId="295"/>
            <ac:picMk id="5" creationId="{EBEBCA67-294B-E442-AD1F-C755B4055EE6}"/>
          </ac:picMkLst>
        </pc:picChg>
        <pc:picChg chg="add mod">
          <ac:chgData name="Jair Andrade" userId="ac9439da21bf4221" providerId="LiveId" clId="{9E432B40-2719-D54A-B828-2E7D5E6093F4}" dt="2026-07-08T12:59:58.424" v="504" actId="167"/>
          <ac:picMkLst>
            <pc:docMk/>
            <pc:sldMk cId="2691247634" sldId="295"/>
            <ac:picMk id="6" creationId="{3F01B3CF-A198-6942-A29C-1B500C376E9B}"/>
          </ac:picMkLst>
        </pc:picChg>
        <pc:picChg chg="add mod">
          <ac:chgData name="Jair Andrade" userId="ac9439da21bf4221" providerId="LiveId" clId="{9E432B40-2719-D54A-B828-2E7D5E6093F4}" dt="2026-07-08T12:44:16.120" v="325" actId="1076"/>
          <ac:picMkLst>
            <pc:docMk/>
            <pc:sldMk cId="2691247634" sldId="295"/>
            <ac:picMk id="7" creationId="{2383CF09-C250-FA44-AE74-7468D971164C}"/>
          </ac:picMkLst>
        </pc:picChg>
        <pc:picChg chg="add mod">
          <ac:chgData name="Jair Andrade" userId="ac9439da21bf4221" providerId="LiveId" clId="{9E432B40-2719-D54A-B828-2E7D5E6093F4}" dt="2026-07-08T12:46:15.404" v="331" actId="1076"/>
          <ac:picMkLst>
            <pc:docMk/>
            <pc:sldMk cId="2691247634" sldId="295"/>
            <ac:picMk id="13" creationId="{4A0AB4B3-27CE-0340-B585-99330E914796}"/>
          </ac:picMkLst>
        </pc:picChg>
      </pc:sldChg>
      <pc:sldChg chg="add del">
        <pc:chgData name="Jair Andrade" userId="ac9439da21bf4221" providerId="LiveId" clId="{9E432B40-2719-D54A-B828-2E7D5E6093F4}" dt="2026-07-08T10:54:53.881" v="53" actId="2696"/>
        <pc:sldMkLst>
          <pc:docMk/>
          <pc:sldMk cId="2949961291" sldId="295"/>
        </pc:sldMkLst>
      </pc:sldChg>
      <pc:sldChg chg="addSp delSp modSp new mod ord modAnim">
        <pc:chgData name="Jair Andrade" userId="ac9439da21bf4221" providerId="LiveId" clId="{9E432B40-2719-D54A-B828-2E7D5E6093F4}" dt="2026-07-08T20:46:56.984" v="3395" actId="478"/>
        <pc:sldMkLst>
          <pc:docMk/>
          <pc:sldMk cId="2196050245" sldId="296"/>
        </pc:sldMkLst>
        <pc:spChg chg="mod">
          <ac:chgData name="Jair Andrade" userId="ac9439da21bf4221" providerId="LiveId" clId="{9E432B40-2719-D54A-B828-2E7D5E6093F4}" dt="2026-07-08T13:17:12.770" v="523"/>
          <ac:spMkLst>
            <pc:docMk/>
            <pc:sldMk cId="2196050245" sldId="296"/>
            <ac:spMk id="2" creationId="{BB7906B4-6A54-2B4D-A2F5-F0D450B26A33}"/>
          </ac:spMkLst>
        </pc:spChg>
        <pc:spChg chg="mod">
          <ac:chgData name="Jair Andrade" userId="ac9439da21bf4221" providerId="LiveId" clId="{9E432B40-2719-D54A-B828-2E7D5E6093F4}" dt="2026-07-08T15:00:49.591" v="905" actId="1076"/>
          <ac:spMkLst>
            <pc:docMk/>
            <pc:sldMk cId="2196050245" sldId="296"/>
            <ac:spMk id="3" creationId="{3F85E7FB-D816-0B4B-8C0C-32276FA6825D}"/>
          </ac:spMkLst>
        </pc:spChg>
        <pc:spChg chg="add mod">
          <ac:chgData name="Jair Andrade" userId="ac9439da21bf4221" providerId="LiveId" clId="{9E432B40-2719-D54A-B828-2E7D5E6093F4}" dt="2026-07-08T15:03:03.564" v="928" actId="404"/>
          <ac:spMkLst>
            <pc:docMk/>
            <pc:sldMk cId="2196050245" sldId="296"/>
            <ac:spMk id="5" creationId="{941AF32F-8267-C648-91AC-FBE9D7312D35}"/>
          </ac:spMkLst>
        </pc:spChg>
        <pc:spChg chg="add del mod">
          <ac:chgData name="Jair Andrade" userId="ac9439da21bf4221" providerId="LiveId" clId="{9E432B40-2719-D54A-B828-2E7D5E6093F4}" dt="2026-07-08T14:42:17.035" v="629" actId="478"/>
          <ac:spMkLst>
            <pc:docMk/>
            <pc:sldMk cId="2196050245" sldId="296"/>
            <ac:spMk id="6" creationId="{16F8FF84-EA4D-2245-9201-C8DB3639BEF0}"/>
          </ac:spMkLst>
        </pc:spChg>
        <pc:spChg chg="add mod">
          <ac:chgData name="Jair Andrade" userId="ac9439da21bf4221" providerId="LiveId" clId="{9E432B40-2719-D54A-B828-2E7D5E6093F4}" dt="2026-07-08T15:03:21.203" v="930" actId="1076"/>
          <ac:spMkLst>
            <pc:docMk/>
            <pc:sldMk cId="2196050245" sldId="296"/>
            <ac:spMk id="7" creationId="{1066CA45-7931-E640-B3C0-077072054217}"/>
          </ac:spMkLst>
        </pc:spChg>
        <pc:spChg chg="add mod">
          <ac:chgData name="Jair Andrade" userId="ac9439da21bf4221" providerId="LiveId" clId="{9E432B40-2719-D54A-B828-2E7D5E6093F4}" dt="2026-07-08T15:03:26.767" v="932" actId="1076"/>
          <ac:spMkLst>
            <pc:docMk/>
            <pc:sldMk cId="2196050245" sldId="296"/>
            <ac:spMk id="8" creationId="{26837DA8-BD9D-1648-83AC-87C1BEB062A1}"/>
          </ac:spMkLst>
        </pc:spChg>
        <pc:spChg chg="add mod">
          <ac:chgData name="Jair Andrade" userId="ac9439da21bf4221" providerId="LiveId" clId="{9E432B40-2719-D54A-B828-2E7D5E6093F4}" dt="2026-07-08T15:03:24.595" v="931" actId="1076"/>
          <ac:spMkLst>
            <pc:docMk/>
            <pc:sldMk cId="2196050245" sldId="296"/>
            <ac:spMk id="9" creationId="{923D51DC-04DE-6E46-A53B-C2C19FCA396C}"/>
          </ac:spMkLst>
        </pc:spChg>
        <pc:spChg chg="add mod">
          <ac:chgData name="Jair Andrade" userId="ac9439da21bf4221" providerId="LiveId" clId="{9E432B40-2719-D54A-B828-2E7D5E6093F4}" dt="2026-07-08T15:07:53.733" v="1023" actId="20577"/>
          <ac:spMkLst>
            <pc:docMk/>
            <pc:sldMk cId="2196050245" sldId="296"/>
            <ac:spMk id="10" creationId="{C2E0BBBA-C40C-6942-837C-F93F5A35737F}"/>
          </ac:spMkLst>
        </pc:spChg>
        <pc:spChg chg="add del mod">
          <ac:chgData name="Jair Andrade" userId="ac9439da21bf4221" providerId="LiveId" clId="{9E432B40-2719-D54A-B828-2E7D5E6093F4}" dt="2026-07-08T14:56:14.523" v="799" actId="478"/>
          <ac:spMkLst>
            <pc:docMk/>
            <pc:sldMk cId="2196050245" sldId="296"/>
            <ac:spMk id="24" creationId="{0AF9A86B-175D-1B45-B5D3-923F93382B34}"/>
          </ac:spMkLst>
        </pc:spChg>
        <pc:spChg chg="add mod">
          <ac:chgData name="Jair Andrade" userId="ac9439da21bf4221" providerId="LiveId" clId="{9E432B40-2719-D54A-B828-2E7D5E6093F4}" dt="2026-07-08T15:06:37.179" v="1010" actId="1076"/>
          <ac:spMkLst>
            <pc:docMk/>
            <pc:sldMk cId="2196050245" sldId="296"/>
            <ac:spMk id="25" creationId="{B6EE333B-FBB9-5E4A-A6AB-A84B9CEF21DD}"/>
          </ac:spMkLst>
        </pc:spChg>
        <pc:spChg chg="add mod">
          <ac:chgData name="Jair Andrade" userId="ac9439da21bf4221" providerId="LiveId" clId="{9E432B40-2719-D54A-B828-2E7D5E6093F4}" dt="2026-07-08T15:15:04.643" v="1091" actId="1076"/>
          <ac:spMkLst>
            <pc:docMk/>
            <pc:sldMk cId="2196050245" sldId="296"/>
            <ac:spMk id="26" creationId="{30140669-97BF-C541-B2F9-CC0D34D57BF9}"/>
          </ac:spMkLst>
        </pc:spChg>
        <pc:spChg chg="add mod">
          <ac:chgData name="Jair Andrade" userId="ac9439da21bf4221" providerId="LiveId" clId="{9E432B40-2719-D54A-B828-2E7D5E6093F4}" dt="2026-07-08T15:10:24.865" v="1048" actId="20577"/>
          <ac:spMkLst>
            <pc:docMk/>
            <pc:sldMk cId="2196050245" sldId="296"/>
            <ac:spMk id="27" creationId="{E29F6094-BAAF-8441-90BE-C8EAA630387C}"/>
          </ac:spMkLst>
        </pc:spChg>
        <pc:spChg chg="add mod">
          <ac:chgData name="Jair Andrade" userId="ac9439da21bf4221" providerId="LiveId" clId="{9E432B40-2719-D54A-B828-2E7D5E6093F4}" dt="2026-07-08T15:03:31.950" v="934" actId="14100"/>
          <ac:spMkLst>
            <pc:docMk/>
            <pc:sldMk cId="2196050245" sldId="296"/>
            <ac:spMk id="28" creationId="{C3C9D856-3B6A-DE44-AB22-3BFF31B82A6C}"/>
          </ac:spMkLst>
        </pc:spChg>
        <pc:spChg chg="add mod">
          <ac:chgData name="Jair Andrade" userId="ac9439da21bf4221" providerId="LiveId" clId="{9E432B40-2719-D54A-B828-2E7D5E6093F4}" dt="2026-07-08T15:06:43.056" v="1012" actId="1076"/>
          <ac:spMkLst>
            <pc:docMk/>
            <pc:sldMk cId="2196050245" sldId="296"/>
            <ac:spMk id="30" creationId="{156745D8-1F73-374D-9C33-026568A64D88}"/>
          </ac:spMkLst>
        </pc:spChg>
        <pc:spChg chg="add mod">
          <ac:chgData name="Jair Andrade" userId="ac9439da21bf4221" providerId="LiveId" clId="{9E432B40-2719-D54A-B828-2E7D5E6093F4}" dt="2026-07-08T15:09:22.308" v="1042" actId="208"/>
          <ac:spMkLst>
            <pc:docMk/>
            <pc:sldMk cId="2196050245" sldId="296"/>
            <ac:spMk id="31" creationId="{EC40B6ED-56D7-5F4A-85AE-859859AED26F}"/>
          </ac:spMkLst>
        </pc:spChg>
        <pc:spChg chg="add mod">
          <ac:chgData name="Jair Andrade" userId="ac9439da21bf4221" providerId="LiveId" clId="{9E432B40-2719-D54A-B828-2E7D5E6093F4}" dt="2026-07-08T15:09:30.210" v="1044" actId="1076"/>
          <ac:spMkLst>
            <pc:docMk/>
            <pc:sldMk cId="2196050245" sldId="296"/>
            <ac:spMk id="32" creationId="{1EC54E42-05CD-094C-B83C-0DC69519D820}"/>
          </ac:spMkLst>
        </pc:spChg>
        <pc:spChg chg="add mod">
          <ac:chgData name="Jair Andrade" userId="ac9439da21bf4221" providerId="LiveId" clId="{9E432B40-2719-D54A-B828-2E7D5E6093F4}" dt="2026-07-08T15:10:51.898" v="1052" actId="14100"/>
          <ac:spMkLst>
            <pc:docMk/>
            <pc:sldMk cId="2196050245" sldId="296"/>
            <ac:spMk id="33" creationId="{0F58803D-AB9F-DE4F-8A04-99B193743BF7}"/>
          </ac:spMkLst>
        </pc:spChg>
        <pc:spChg chg="add mod">
          <ac:chgData name="Jair Andrade" userId="ac9439da21bf4221" providerId="LiveId" clId="{9E432B40-2719-D54A-B828-2E7D5E6093F4}" dt="2026-07-08T15:10:58.331" v="1054" actId="1076"/>
          <ac:spMkLst>
            <pc:docMk/>
            <pc:sldMk cId="2196050245" sldId="296"/>
            <ac:spMk id="34" creationId="{6378C459-440F-B342-9CF0-D00005B4EFC1}"/>
          </ac:spMkLst>
        </pc:spChg>
        <pc:spChg chg="add mod">
          <ac:chgData name="Jair Andrade" userId="ac9439da21bf4221" providerId="LiveId" clId="{9E432B40-2719-D54A-B828-2E7D5E6093F4}" dt="2026-07-08T15:13:56.108" v="1083" actId="1037"/>
          <ac:spMkLst>
            <pc:docMk/>
            <pc:sldMk cId="2196050245" sldId="296"/>
            <ac:spMk id="35" creationId="{B07C53E6-3A9E-1F4E-A1C5-6254556F3C81}"/>
          </ac:spMkLst>
        </pc:spChg>
        <pc:spChg chg="add mod">
          <ac:chgData name="Jair Andrade" userId="ac9439da21bf4221" providerId="LiveId" clId="{9E432B40-2719-D54A-B828-2E7D5E6093F4}" dt="2026-07-08T15:14:14.235" v="1090" actId="1035"/>
          <ac:spMkLst>
            <pc:docMk/>
            <pc:sldMk cId="2196050245" sldId="296"/>
            <ac:spMk id="36" creationId="{E03238FC-FD4B-E740-8E31-5EB88432AED4}"/>
          </ac:spMkLst>
        </pc:spChg>
        <pc:spChg chg="add del mod">
          <ac:chgData name="Jair Andrade" userId="ac9439da21bf4221" providerId="LiveId" clId="{9E432B40-2719-D54A-B828-2E7D5E6093F4}" dt="2026-07-08T15:15:10.842" v="1093"/>
          <ac:spMkLst>
            <pc:docMk/>
            <pc:sldMk cId="2196050245" sldId="296"/>
            <ac:spMk id="37" creationId="{436D9D15-247D-1949-97F9-D32EADFD5BAA}"/>
          </ac:spMkLst>
        </pc:spChg>
        <pc:spChg chg="add mod">
          <ac:chgData name="Jair Andrade" userId="ac9439da21bf4221" providerId="LiveId" clId="{9E432B40-2719-D54A-B828-2E7D5E6093F4}" dt="2026-07-08T15:15:34.457" v="1127" actId="207"/>
          <ac:spMkLst>
            <pc:docMk/>
            <pc:sldMk cId="2196050245" sldId="296"/>
            <ac:spMk id="38" creationId="{9D45ED60-FF21-264E-ABE9-38BA984E15E3}"/>
          </ac:spMkLst>
        </pc:spChg>
        <pc:spChg chg="add mod">
          <ac:chgData name="Jair Andrade" userId="ac9439da21bf4221" providerId="LiveId" clId="{9E432B40-2719-D54A-B828-2E7D5E6093F4}" dt="2026-07-08T16:09:50.483" v="1374" actId="1076"/>
          <ac:spMkLst>
            <pc:docMk/>
            <pc:sldMk cId="2196050245" sldId="296"/>
            <ac:spMk id="46" creationId="{946049F6-0F2E-EA40-BE8D-19478AA85A9F}"/>
          </ac:spMkLst>
        </pc:spChg>
        <pc:spChg chg="add mod">
          <ac:chgData name="Jair Andrade" userId="ac9439da21bf4221" providerId="LiveId" clId="{9E432B40-2719-D54A-B828-2E7D5E6093F4}" dt="2026-07-08T16:10:09.915" v="1391" actId="1076"/>
          <ac:spMkLst>
            <pc:docMk/>
            <pc:sldMk cId="2196050245" sldId="296"/>
            <ac:spMk id="47" creationId="{EF1D7590-5A2D-5D4C-AAF2-DB40D533B436}"/>
          </ac:spMkLst>
        </pc:spChg>
        <pc:picChg chg="add mod">
          <ac:chgData name="Jair Andrade" userId="ac9439da21bf4221" providerId="LiveId" clId="{9E432B40-2719-D54A-B828-2E7D5E6093F4}" dt="2026-07-08T15:04:53.623" v="947" actId="1076"/>
          <ac:picMkLst>
            <pc:docMk/>
            <pc:sldMk cId="2196050245" sldId="296"/>
            <ac:picMk id="11" creationId="{313D3854-C9F6-AB4C-BF7A-A94B168E6F62}"/>
          </ac:picMkLst>
        </pc:picChg>
        <pc:picChg chg="add mod">
          <ac:chgData name="Jair Andrade" userId="ac9439da21bf4221" providerId="LiveId" clId="{9E432B40-2719-D54A-B828-2E7D5E6093F4}" dt="2026-07-08T15:10:28.711" v="1049" actId="1076"/>
          <ac:picMkLst>
            <pc:docMk/>
            <pc:sldMk cId="2196050245" sldId="296"/>
            <ac:picMk id="29" creationId="{AE57BBF6-9FEB-8646-876F-5B7956A9345D}"/>
          </ac:picMkLst>
        </pc:picChg>
        <pc:picChg chg="add del mod">
          <ac:chgData name="Jair Andrade" userId="ac9439da21bf4221" providerId="LiveId" clId="{9E432B40-2719-D54A-B828-2E7D5E6093F4}" dt="2026-07-08T15:44:15.192" v="1130" actId="478"/>
          <ac:picMkLst>
            <pc:docMk/>
            <pc:sldMk cId="2196050245" sldId="296"/>
            <ac:picMk id="40" creationId="{6353C41B-F02A-E04B-80D6-F990AEFA65E9}"/>
          </ac:picMkLst>
        </pc:picChg>
        <pc:picChg chg="add mod">
          <ac:chgData name="Jair Andrade" userId="ac9439da21bf4221" providerId="LiveId" clId="{9E432B40-2719-D54A-B828-2E7D5E6093F4}" dt="2026-07-08T15:45:30.337" v="1132" actId="1076"/>
          <ac:picMkLst>
            <pc:docMk/>
            <pc:sldMk cId="2196050245" sldId="296"/>
            <ac:picMk id="42" creationId="{66AF52BC-A4A2-0640-9345-FB73B9C1CA7E}"/>
          </ac:picMkLst>
        </pc:picChg>
        <pc:picChg chg="add mod">
          <ac:chgData name="Jair Andrade" userId="ac9439da21bf4221" providerId="LiveId" clId="{9E432B40-2719-D54A-B828-2E7D5E6093F4}" dt="2026-07-08T15:46:47.211" v="1134" actId="1076"/>
          <ac:picMkLst>
            <pc:docMk/>
            <pc:sldMk cId="2196050245" sldId="296"/>
            <ac:picMk id="44" creationId="{8EEDEED5-378E-6F49-9EE0-AFB9ABA51384}"/>
          </ac:picMkLst>
        </pc:picChg>
        <pc:picChg chg="add del mod">
          <ac:chgData name="Jair Andrade" userId="ac9439da21bf4221" providerId="LiveId" clId="{9E432B40-2719-D54A-B828-2E7D5E6093F4}" dt="2026-07-08T20:46:56.984" v="3395" actId="478"/>
          <ac:picMkLst>
            <pc:docMk/>
            <pc:sldMk cId="2196050245" sldId="296"/>
            <ac:picMk id="2050" creationId="{EFED4622-B9BE-D241-9E54-A5F82054D555}"/>
          </ac:picMkLst>
        </pc:picChg>
        <pc:cxnChg chg="add del">
          <ac:chgData name="Jair Andrade" userId="ac9439da21bf4221" providerId="LiveId" clId="{9E432B40-2719-D54A-B828-2E7D5E6093F4}" dt="2026-07-08T14:52:23.682" v="783" actId="478"/>
          <ac:cxnSpMkLst>
            <pc:docMk/>
            <pc:sldMk cId="2196050245" sldId="296"/>
            <ac:cxnSpMk id="13" creationId="{735830F4-A2F8-CC45-B46E-162DECD0CB8D}"/>
          </ac:cxnSpMkLst>
        </pc:cxnChg>
        <pc:cxnChg chg="add del mod">
          <ac:chgData name="Jair Andrade" userId="ac9439da21bf4221" providerId="LiveId" clId="{9E432B40-2719-D54A-B828-2E7D5E6093F4}" dt="2026-07-08T14:52:40.024" v="787" actId="478"/>
          <ac:cxnSpMkLst>
            <pc:docMk/>
            <pc:sldMk cId="2196050245" sldId="296"/>
            <ac:cxnSpMk id="15" creationId="{C4460B8A-039F-D64B-8338-A8604B120C29}"/>
          </ac:cxnSpMkLst>
        </pc:cxnChg>
        <pc:cxnChg chg="add del mod">
          <ac:chgData name="Jair Andrade" userId="ac9439da21bf4221" providerId="LiveId" clId="{9E432B40-2719-D54A-B828-2E7D5E6093F4}" dt="2026-07-08T14:55:34.618" v="793" actId="478"/>
          <ac:cxnSpMkLst>
            <pc:docMk/>
            <pc:sldMk cId="2196050245" sldId="296"/>
            <ac:cxnSpMk id="19" creationId="{A7EAA3E1-92CF-8042-8D9F-112403E7D9B9}"/>
          </ac:cxnSpMkLst>
        </pc:cxnChg>
      </pc:sldChg>
      <pc:sldChg chg="addSp delSp modSp new mod modAnim">
        <pc:chgData name="Jair Andrade" userId="ac9439da21bf4221" providerId="LiveId" clId="{9E432B40-2719-D54A-B828-2E7D5E6093F4}" dt="2026-07-09T10:48:55.707" v="3747" actId="1076"/>
        <pc:sldMkLst>
          <pc:docMk/>
          <pc:sldMk cId="399678806" sldId="297"/>
        </pc:sldMkLst>
        <pc:spChg chg="mod">
          <ac:chgData name="Jair Andrade" userId="ac9439da21bf4221" providerId="LiveId" clId="{9E432B40-2719-D54A-B828-2E7D5E6093F4}" dt="2026-07-09T10:48:55.707" v="3747" actId="1076"/>
          <ac:spMkLst>
            <pc:docMk/>
            <pc:sldMk cId="399678806" sldId="297"/>
            <ac:spMk id="2" creationId="{42DD300B-A781-874A-8A80-9B43C0FC1D59}"/>
          </ac:spMkLst>
        </pc:spChg>
        <pc:spChg chg="del">
          <ac:chgData name="Jair Andrade" userId="ac9439da21bf4221" providerId="LiveId" clId="{9E432B40-2719-D54A-B828-2E7D5E6093F4}" dt="2026-07-08T15:53:15.171" v="1173" actId="478"/>
          <ac:spMkLst>
            <pc:docMk/>
            <pc:sldMk cId="399678806" sldId="297"/>
            <ac:spMk id="3" creationId="{565CF342-8771-214C-BF0C-EA6E4459D295}"/>
          </ac:spMkLst>
        </pc:spChg>
        <pc:spChg chg="add mod">
          <ac:chgData name="Jair Andrade" userId="ac9439da21bf4221" providerId="LiveId" clId="{9E432B40-2719-D54A-B828-2E7D5E6093F4}" dt="2026-07-08T16:12:28.894" v="1420" actId="1076"/>
          <ac:spMkLst>
            <pc:docMk/>
            <pc:sldMk cId="399678806" sldId="297"/>
            <ac:spMk id="6" creationId="{E683EE3D-183A-D049-93CE-8E9F6EE89B29}"/>
          </ac:spMkLst>
        </pc:spChg>
        <pc:spChg chg="add mod">
          <ac:chgData name="Jair Andrade" userId="ac9439da21bf4221" providerId="LiveId" clId="{9E432B40-2719-D54A-B828-2E7D5E6093F4}" dt="2026-07-08T16:12:49.626" v="1428" actId="1076"/>
          <ac:spMkLst>
            <pc:docMk/>
            <pc:sldMk cId="399678806" sldId="297"/>
            <ac:spMk id="7" creationId="{AE8AC593-7BD3-B14F-AB53-6654138F47CB}"/>
          </ac:spMkLst>
        </pc:spChg>
        <pc:spChg chg="add mod">
          <ac:chgData name="Jair Andrade" userId="ac9439da21bf4221" providerId="LiveId" clId="{9E432B40-2719-D54A-B828-2E7D5E6093F4}" dt="2026-07-08T16:12:46.009" v="1427" actId="1076"/>
          <ac:spMkLst>
            <pc:docMk/>
            <pc:sldMk cId="399678806" sldId="297"/>
            <ac:spMk id="8" creationId="{BA77237A-AEE2-A94A-A858-3BD670504B3A}"/>
          </ac:spMkLst>
        </pc:spChg>
        <pc:spChg chg="add mod">
          <ac:chgData name="Jair Andrade" userId="ac9439da21bf4221" providerId="LiveId" clId="{9E432B40-2719-D54A-B828-2E7D5E6093F4}" dt="2026-07-08T16:12:23.952" v="1419" actId="1076"/>
          <ac:spMkLst>
            <pc:docMk/>
            <pc:sldMk cId="399678806" sldId="297"/>
            <ac:spMk id="9" creationId="{3FD5265A-7115-7644-BACC-17671137D79D}"/>
          </ac:spMkLst>
        </pc:spChg>
        <pc:spChg chg="add mod">
          <ac:chgData name="Jair Andrade" userId="ac9439da21bf4221" providerId="LiveId" clId="{9E432B40-2719-D54A-B828-2E7D5E6093F4}" dt="2026-07-08T16:16:28.949" v="1514" actId="1076"/>
          <ac:spMkLst>
            <pc:docMk/>
            <pc:sldMk cId="399678806" sldId="297"/>
            <ac:spMk id="10" creationId="{207ABA6F-AF61-BE4F-9D39-4C074F6022AE}"/>
          </ac:spMkLst>
        </pc:spChg>
        <pc:spChg chg="add mod">
          <ac:chgData name="Jair Andrade" userId="ac9439da21bf4221" providerId="LiveId" clId="{9E432B40-2719-D54A-B828-2E7D5E6093F4}" dt="2026-07-08T16:12:15.981" v="1417" actId="1076"/>
          <ac:spMkLst>
            <pc:docMk/>
            <pc:sldMk cId="399678806" sldId="297"/>
            <ac:spMk id="12" creationId="{55348BF4-6969-8A4B-8903-38552B3F53A0}"/>
          </ac:spMkLst>
        </pc:spChg>
        <pc:spChg chg="add del mod">
          <ac:chgData name="Jair Andrade" userId="ac9439da21bf4221" providerId="LiveId" clId="{9E432B40-2719-D54A-B828-2E7D5E6093F4}" dt="2026-07-08T16:14:14.629" v="1437" actId="478"/>
          <ac:spMkLst>
            <pc:docMk/>
            <pc:sldMk cId="399678806" sldId="297"/>
            <ac:spMk id="13" creationId="{EE743AED-549C-BD44-8336-DC87F52E8EC7}"/>
          </ac:spMkLst>
        </pc:spChg>
        <pc:spChg chg="add mod">
          <ac:chgData name="Jair Andrade" userId="ac9439da21bf4221" providerId="LiveId" clId="{9E432B40-2719-D54A-B828-2E7D5E6093F4}" dt="2026-07-08T16:16:52.294" v="1517" actId="207"/>
          <ac:spMkLst>
            <pc:docMk/>
            <pc:sldMk cId="399678806" sldId="297"/>
            <ac:spMk id="14" creationId="{633FAC1F-55DD-6B43-85F9-B7DD4CDAA87D}"/>
          </ac:spMkLst>
        </pc:spChg>
        <pc:spChg chg="add mod">
          <ac:chgData name="Jair Andrade" userId="ac9439da21bf4221" providerId="LiveId" clId="{9E432B40-2719-D54A-B828-2E7D5E6093F4}" dt="2026-07-08T16:16:52.294" v="1517" actId="207"/>
          <ac:spMkLst>
            <pc:docMk/>
            <pc:sldMk cId="399678806" sldId="297"/>
            <ac:spMk id="15" creationId="{18FFC5E9-8032-8149-9C0B-D2B076134EA9}"/>
          </ac:spMkLst>
        </pc:spChg>
        <pc:spChg chg="add mod">
          <ac:chgData name="Jair Andrade" userId="ac9439da21bf4221" providerId="LiveId" clId="{9E432B40-2719-D54A-B828-2E7D5E6093F4}" dt="2026-07-08T16:16:52.294" v="1517" actId="207"/>
          <ac:spMkLst>
            <pc:docMk/>
            <pc:sldMk cId="399678806" sldId="297"/>
            <ac:spMk id="16" creationId="{F66A6FF4-FCC2-DB4F-9850-2AB0979B4B63}"/>
          </ac:spMkLst>
        </pc:spChg>
        <pc:spChg chg="add mod">
          <ac:chgData name="Jair Andrade" userId="ac9439da21bf4221" providerId="LiveId" clId="{9E432B40-2719-D54A-B828-2E7D5E6093F4}" dt="2026-07-08T16:17:55.427" v="1527" actId="1036"/>
          <ac:spMkLst>
            <pc:docMk/>
            <pc:sldMk cId="399678806" sldId="297"/>
            <ac:spMk id="17" creationId="{EAA46182-888C-2F4B-BD05-C12EF8BCDA26}"/>
          </ac:spMkLst>
        </pc:spChg>
        <pc:spChg chg="add mod">
          <ac:chgData name="Jair Andrade" userId="ac9439da21bf4221" providerId="LiveId" clId="{9E432B40-2719-D54A-B828-2E7D5E6093F4}" dt="2026-07-08T16:23:07.719" v="1540" actId="1036"/>
          <ac:spMkLst>
            <pc:docMk/>
            <pc:sldMk cId="399678806" sldId="297"/>
            <ac:spMk id="18" creationId="{9C591F93-45B9-A648-B551-910475BAF1AB}"/>
          </ac:spMkLst>
        </pc:spChg>
        <pc:spChg chg="add mod">
          <ac:chgData name="Jair Andrade" userId="ac9439da21bf4221" providerId="LiveId" clId="{9E432B40-2719-D54A-B828-2E7D5E6093F4}" dt="2026-07-08T16:23:54.851" v="1545" actId="14100"/>
          <ac:spMkLst>
            <pc:docMk/>
            <pc:sldMk cId="399678806" sldId="297"/>
            <ac:spMk id="19" creationId="{908A1766-F45B-5D49-8E9F-2757512BDA03}"/>
          </ac:spMkLst>
        </pc:spChg>
        <pc:spChg chg="add mod">
          <ac:chgData name="Jair Andrade" userId="ac9439da21bf4221" providerId="LiveId" clId="{9E432B40-2719-D54A-B828-2E7D5E6093F4}" dt="2026-07-08T16:24:04.321" v="1547" actId="1076"/>
          <ac:spMkLst>
            <pc:docMk/>
            <pc:sldMk cId="399678806" sldId="297"/>
            <ac:spMk id="20" creationId="{A8BD35E1-98E4-DA42-9769-4D93EDB221EB}"/>
          </ac:spMkLst>
        </pc:spChg>
        <pc:picChg chg="add mod">
          <ac:chgData name="Jair Andrade" userId="ac9439da21bf4221" providerId="LiveId" clId="{9E432B40-2719-D54A-B828-2E7D5E6093F4}" dt="2026-07-08T16:12:20.343" v="1418" actId="1076"/>
          <ac:picMkLst>
            <pc:docMk/>
            <pc:sldMk cId="399678806" sldId="297"/>
            <ac:picMk id="5" creationId="{785F1A33-8351-2B48-B9CE-7DD499AADC04}"/>
          </ac:picMkLst>
        </pc:picChg>
      </pc:sldChg>
      <pc:sldChg chg="addSp delSp modSp new mod modAnim">
        <pc:chgData name="Jair Andrade" userId="ac9439da21bf4221" providerId="LiveId" clId="{9E432B40-2719-D54A-B828-2E7D5E6093F4}" dt="2026-07-08T18:05:16.339" v="2955" actId="20577"/>
        <pc:sldMkLst>
          <pc:docMk/>
          <pc:sldMk cId="2346003229" sldId="298"/>
        </pc:sldMkLst>
        <pc:spChg chg="mod">
          <ac:chgData name="Jair Andrade" userId="ac9439da21bf4221" providerId="LiveId" clId="{9E432B40-2719-D54A-B828-2E7D5E6093F4}" dt="2026-07-08T16:47:44.925" v="1893" actId="20577"/>
          <ac:spMkLst>
            <pc:docMk/>
            <pc:sldMk cId="2346003229" sldId="298"/>
            <ac:spMk id="2" creationId="{C736682E-9CB1-F54F-8857-06C5FE3275A4}"/>
          </ac:spMkLst>
        </pc:spChg>
        <pc:spChg chg="del">
          <ac:chgData name="Jair Andrade" userId="ac9439da21bf4221" providerId="LiveId" clId="{9E432B40-2719-D54A-B828-2E7D5E6093F4}" dt="2026-07-08T16:35:21.801" v="1577" actId="478"/>
          <ac:spMkLst>
            <pc:docMk/>
            <pc:sldMk cId="2346003229" sldId="298"/>
            <ac:spMk id="3" creationId="{A7C76544-452B-D546-A9A7-C04E8CCC33A9}"/>
          </ac:spMkLst>
        </pc:spChg>
        <pc:spChg chg="add mod">
          <ac:chgData name="Jair Andrade" userId="ac9439da21bf4221" providerId="LiveId" clId="{9E432B40-2719-D54A-B828-2E7D5E6093F4}" dt="2026-07-08T18:05:16.339" v="2955" actId="20577"/>
          <ac:spMkLst>
            <pc:docMk/>
            <pc:sldMk cId="2346003229" sldId="298"/>
            <ac:spMk id="5" creationId="{6807702F-EE18-4B44-B06D-96D33389F714}"/>
          </ac:spMkLst>
        </pc:spChg>
        <pc:spChg chg="add del mod">
          <ac:chgData name="Jair Andrade" userId="ac9439da21bf4221" providerId="LiveId" clId="{9E432B40-2719-D54A-B828-2E7D5E6093F4}" dt="2026-07-08T16:42:02.924" v="1713" actId="478"/>
          <ac:spMkLst>
            <pc:docMk/>
            <pc:sldMk cId="2346003229" sldId="298"/>
            <ac:spMk id="6" creationId="{1A13208D-1599-A14A-9297-C7ACE0C2EF91}"/>
          </ac:spMkLst>
        </pc:spChg>
        <pc:spChg chg="add del">
          <ac:chgData name="Jair Andrade" userId="ac9439da21bf4221" providerId="LiveId" clId="{9E432B40-2719-D54A-B828-2E7D5E6093F4}" dt="2026-07-08T16:37:40.445" v="1583" actId="478"/>
          <ac:spMkLst>
            <pc:docMk/>
            <pc:sldMk cId="2346003229" sldId="298"/>
            <ac:spMk id="8" creationId="{736E4692-0831-804A-BD0E-2DEA67A8C58A}"/>
          </ac:spMkLst>
        </pc:spChg>
        <pc:spChg chg="add mod">
          <ac:chgData name="Jair Andrade" userId="ac9439da21bf4221" providerId="LiveId" clId="{9E432B40-2719-D54A-B828-2E7D5E6093F4}" dt="2026-07-08T16:44:59.461" v="1780" actId="2085"/>
          <ac:spMkLst>
            <pc:docMk/>
            <pc:sldMk cId="2346003229" sldId="298"/>
            <ac:spMk id="15" creationId="{90985A46-F8B1-2E4C-AFC6-8AC03D72C20F}"/>
          </ac:spMkLst>
        </pc:spChg>
        <pc:spChg chg="add mod">
          <ac:chgData name="Jair Andrade" userId="ac9439da21bf4221" providerId="LiveId" clId="{9E432B40-2719-D54A-B828-2E7D5E6093F4}" dt="2026-07-08T16:45:32.353" v="1795" actId="1035"/>
          <ac:spMkLst>
            <pc:docMk/>
            <pc:sldMk cId="2346003229" sldId="298"/>
            <ac:spMk id="16" creationId="{F7211CE4-B9C1-034A-A888-328619FF518C}"/>
          </ac:spMkLst>
        </pc:spChg>
        <pc:spChg chg="add mod">
          <ac:chgData name="Jair Andrade" userId="ac9439da21bf4221" providerId="LiveId" clId="{9E432B40-2719-D54A-B828-2E7D5E6093F4}" dt="2026-07-08T16:45:08.302" v="1783" actId="2085"/>
          <ac:spMkLst>
            <pc:docMk/>
            <pc:sldMk cId="2346003229" sldId="298"/>
            <ac:spMk id="17" creationId="{B1FDF6BE-99A2-454C-8D5A-636AA7FEF093}"/>
          </ac:spMkLst>
        </pc:spChg>
        <pc:spChg chg="add mod">
          <ac:chgData name="Jair Andrade" userId="ac9439da21bf4221" providerId="LiveId" clId="{9E432B40-2719-D54A-B828-2E7D5E6093F4}" dt="2026-07-08T16:45:05.261" v="1782" actId="2085"/>
          <ac:spMkLst>
            <pc:docMk/>
            <pc:sldMk cId="2346003229" sldId="298"/>
            <ac:spMk id="18" creationId="{A62F0740-DC77-6047-8007-FF7A6E33E360}"/>
          </ac:spMkLst>
        </pc:spChg>
        <pc:spChg chg="add mod">
          <ac:chgData name="Jair Andrade" userId="ac9439da21bf4221" providerId="LiveId" clId="{9E432B40-2719-D54A-B828-2E7D5E6093F4}" dt="2026-07-08T16:45:32.353" v="1795" actId="1035"/>
          <ac:spMkLst>
            <pc:docMk/>
            <pc:sldMk cId="2346003229" sldId="298"/>
            <ac:spMk id="19" creationId="{E162EAAB-E48F-344F-9091-4000E6245167}"/>
          </ac:spMkLst>
        </pc:spChg>
        <pc:spChg chg="add mod">
          <ac:chgData name="Jair Andrade" userId="ac9439da21bf4221" providerId="LiveId" clId="{9E432B40-2719-D54A-B828-2E7D5E6093F4}" dt="2026-07-08T16:45:51.277" v="1828" actId="1076"/>
          <ac:spMkLst>
            <pc:docMk/>
            <pc:sldMk cId="2346003229" sldId="298"/>
            <ac:spMk id="22" creationId="{26A5738C-2854-1247-B8E1-9F239528919B}"/>
          </ac:spMkLst>
        </pc:spChg>
        <pc:picChg chg="add del mod">
          <ac:chgData name="Jair Andrade" userId="ac9439da21bf4221" providerId="LiveId" clId="{9E432B40-2719-D54A-B828-2E7D5E6093F4}" dt="2026-07-08T16:38:02.829" v="1587" actId="478"/>
          <ac:picMkLst>
            <pc:docMk/>
            <pc:sldMk cId="2346003229" sldId="298"/>
            <ac:picMk id="10" creationId="{32F0216C-0E38-5840-B11A-9BCBA782CA44}"/>
          </ac:picMkLst>
        </pc:picChg>
        <pc:picChg chg="add mod">
          <ac:chgData name="Jair Andrade" userId="ac9439da21bf4221" providerId="LiveId" clId="{9E432B40-2719-D54A-B828-2E7D5E6093F4}" dt="2026-07-08T16:45:32.353" v="1795" actId="1035"/>
          <ac:picMkLst>
            <pc:docMk/>
            <pc:sldMk cId="2346003229" sldId="298"/>
            <ac:picMk id="12" creationId="{FCDDE8DD-DCD4-614B-ACB1-4A54301F823C}"/>
          </ac:picMkLst>
        </pc:picChg>
        <pc:picChg chg="add mod">
          <ac:chgData name="Jair Andrade" userId="ac9439da21bf4221" providerId="LiveId" clId="{9E432B40-2719-D54A-B828-2E7D5E6093F4}" dt="2026-07-08T16:42:31.038" v="1721" actId="1076"/>
          <ac:picMkLst>
            <pc:docMk/>
            <pc:sldMk cId="2346003229" sldId="298"/>
            <ac:picMk id="14" creationId="{050530B6-EB7C-8B42-BB46-25A99324EB38}"/>
          </ac:picMkLst>
        </pc:picChg>
        <pc:picChg chg="add mod">
          <ac:chgData name="Jair Andrade" userId="ac9439da21bf4221" providerId="LiveId" clId="{9E432B40-2719-D54A-B828-2E7D5E6093F4}" dt="2026-07-08T16:44:24.258" v="1776" actId="1076"/>
          <ac:picMkLst>
            <pc:docMk/>
            <pc:sldMk cId="2346003229" sldId="298"/>
            <ac:picMk id="21" creationId="{BB4153FF-778B-A640-9BE8-505820E062A0}"/>
          </ac:picMkLst>
        </pc:picChg>
      </pc:sldChg>
      <pc:sldChg chg="addSp delSp modSp new mod modAnim">
        <pc:chgData name="Jair Andrade" userId="ac9439da21bf4221" providerId="LiveId" clId="{9E432B40-2719-D54A-B828-2E7D5E6093F4}" dt="2026-07-08T17:03:30.107" v="2344" actId="20577"/>
        <pc:sldMkLst>
          <pc:docMk/>
          <pc:sldMk cId="2882844728" sldId="299"/>
        </pc:sldMkLst>
        <pc:spChg chg="mod">
          <ac:chgData name="Jair Andrade" userId="ac9439da21bf4221" providerId="LiveId" clId="{9E432B40-2719-D54A-B828-2E7D5E6093F4}" dt="2026-07-08T16:52:18.169" v="1963" actId="20577"/>
          <ac:spMkLst>
            <pc:docMk/>
            <pc:sldMk cId="2882844728" sldId="299"/>
            <ac:spMk id="2" creationId="{7935BC48-420B-D34F-B49B-2605CB85CF80}"/>
          </ac:spMkLst>
        </pc:spChg>
        <pc:spChg chg="del">
          <ac:chgData name="Jair Andrade" userId="ac9439da21bf4221" providerId="LiveId" clId="{9E432B40-2719-D54A-B828-2E7D5E6093F4}" dt="2026-07-08T16:48:18.881" v="1895" actId="478"/>
          <ac:spMkLst>
            <pc:docMk/>
            <pc:sldMk cId="2882844728" sldId="299"/>
            <ac:spMk id="3" creationId="{658A581B-7A59-6046-9B5C-6CAA9C41F318}"/>
          </ac:spMkLst>
        </pc:spChg>
        <pc:spChg chg="add mod">
          <ac:chgData name="Jair Andrade" userId="ac9439da21bf4221" providerId="LiveId" clId="{9E432B40-2719-D54A-B828-2E7D5E6093F4}" dt="2026-07-08T17:03:30.107" v="2344" actId="20577"/>
          <ac:spMkLst>
            <pc:docMk/>
            <pc:sldMk cId="2882844728" sldId="299"/>
            <ac:spMk id="5" creationId="{B9ECEC47-0C85-4845-BE15-9040D179986C}"/>
          </ac:spMkLst>
        </pc:spChg>
        <pc:spChg chg="add mod">
          <ac:chgData name="Jair Andrade" userId="ac9439da21bf4221" providerId="LiveId" clId="{9E432B40-2719-D54A-B828-2E7D5E6093F4}" dt="2026-07-08T16:52:32.361" v="1966" actId="1076"/>
          <ac:spMkLst>
            <pc:docMk/>
            <pc:sldMk cId="2882844728" sldId="299"/>
            <ac:spMk id="6" creationId="{AD0509E0-829E-7841-AE10-B1C96D74DFBF}"/>
          </ac:spMkLst>
        </pc:spChg>
        <pc:spChg chg="add del mod">
          <ac:chgData name="Jair Andrade" userId="ac9439da21bf4221" providerId="LiveId" clId="{9E432B40-2719-D54A-B828-2E7D5E6093F4}" dt="2026-07-08T16:56:24.091" v="2173" actId="1076"/>
          <ac:spMkLst>
            <pc:docMk/>
            <pc:sldMk cId="2882844728" sldId="299"/>
            <ac:spMk id="10" creationId="{6BD82BD9-41F0-6E4D-9D96-7E80B82F6DAF}"/>
          </ac:spMkLst>
        </pc:spChg>
        <pc:spChg chg="add mod">
          <ac:chgData name="Jair Andrade" userId="ac9439da21bf4221" providerId="LiveId" clId="{9E432B40-2719-D54A-B828-2E7D5E6093F4}" dt="2026-07-08T16:56:33.932" v="2178" actId="1076"/>
          <ac:spMkLst>
            <pc:docMk/>
            <pc:sldMk cId="2882844728" sldId="299"/>
            <ac:spMk id="12" creationId="{CFE14BC8-90AC-284E-9EB7-C3DA7E0985D6}"/>
          </ac:spMkLst>
        </pc:spChg>
        <pc:spChg chg="add mod">
          <ac:chgData name="Jair Andrade" userId="ac9439da21bf4221" providerId="LiveId" clId="{9E432B40-2719-D54A-B828-2E7D5E6093F4}" dt="2026-07-08T16:59:20.741" v="2220" actId="404"/>
          <ac:spMkLst>
            <pc:docMk/>
            <pc:sldMk cId="2882844728" sldId="299"/>
            <ac:spMk id="14" creationId="{7B8247B0-4062-6846-8D40-6D01B5027407}"/>
          </ac:spMkLst>
        </pc:spChg>
        <pc:spChg chg="add del mod">
          <ac:chgData name="Jair Andrade" userId="ac9439da21bf4221" providerId="LiveId" clId="{9E432B40-2719-D54A-B828-2E7D5E6093F4}" dt="2026-07-08T17:00:02.052" v="2222"/>
          <ac:spMkLst>
            <pc:docMk/>
            <pc:sldMk cId="2882844728" sldId="299"/>
            <ac:spMk id="15" creationId="{8D2841C7-C448-5B48-A792-E2866D1AC403}"/>
          </ac:spMkLst>
        </pc:spChg>
        <pc:spChg chg="add mod">
          <ac:chgData name="Jair Andrade" userId="ac9439da21bf4221" providerId="LiveId" clId="{9E432B40-2719-D54A-B828-2E7D5E6093F4}" dt="2026-07-08T17:00:19.826" v="2249" actId="1035"/>
          <ac:spMkLst>
            <pc:docMk/>
            <pc:sldMk cId="2882844728" sldId="299"/>
            <ac:spMk id="16" creationId="{519D263F-0C40-C14F-BD8F-273C83B7F33D}"/>
          </ac:spMkLst>
        </pc:spChg>
        <pc:spChg chg="add mod">
          <ac:chgData name="Jair Andrade" userId="ac9439da21bf4221" providerId="LiveId" clId="{9E432B40-2719-D54A-B828-2E7D5E6093F4}" dt="2026-07-08T17:02:10.078" v="2330" actId="1038"/>
          <ac:spMkLst>
            <pc:docMk/>
            <pc:sldMk cId="2882844728" sldId="299"/>
            <ac:spMk id="19" creationId="{C6B4BEB8-6D16-E345-871E-96A7C093CA62}"/>
          </ac:spMkLst>
        </pc:spChg>
        <pc:picChg chg="add del mod">
          <ac:chgData name="Jair Andrade" userId="ac9439da21bf4221" providerId="LiveId" clId="{9E432B40-2719-D54A-B828-2E7D5E6093F4}" dt="2026-07-08T16:55:38.062" v="2169" actId="478"/>
          <ac:picMkLst>
            <pc:docMk/>
            <pc:sldMk cId="2882844728" sldId="299"/>
            <ac:picMk id="8" creationId="{9E90005F-CDAE-8641-9376-014A7F1CD9EE}"/>
          </ac:picMkLst>
        </pc:picChg>
        <pc:picChg chg="add del mod">
          <ac:chgData name="Jair Andrade" userId="ac9439da21bf4221" providerId="LiveId" clId="{9E432B40-2719-D54A-B828-2E7D5E6093F4}" dt="2026-07-08T17:02:29.722" v="2331" actId="478"/>
          <ac:picMkLst>
            <pc:docMk/>
            <pc:sldMk cId="2882844728" sldId="299"/>
            <ac:picMk id="18" creationId="{CD859E7A-8DFF-5D4D-B44C-488701B22520}"/>
          </ac:picMkLst>
        </pc:picChg>
        <pc:picChg chg="add mod">
          <ac:chgData name="Jair Andrade" userId="ac9439da21bf4221" providerId="LiveId" clId="{9E432B40-2719-D54A-B828-2E7D5E6093F4}" dt="2026-07-08T17:02:52.328" v="2335" actId="1076"/>
          <ac:picMkLst>
            <pc:docMk/>
            <pc:sldMk cId="2882844728" sldId="299"/>
            <ac:picMk id="21" creationId="{F1C53342-3E27-AD4D-8717-8CA0FE245115}"/>
          </ac:picMkLst>
        </pc:picChg>
      </pc:sldChg>
      <pc:sldChg chg="new del">
        <pc:chgData name="Jair Andrade" userId="ac9439da21bf4221" providerId="LiveId" clId="{9E432B40-2719-D54A-B828-2E7D5E6093F4}" dt="2026-07-08T17:41:35.872" v="2688" actId="2696"/>
        <pc:sldMkLst>
          <pc:docMk/>
          <pc:sldMk cId="3538683376" sldId="300"/>
        </pc:sldMkLst>
      </pc:sldChg>
      <pc:sldChg chg="addSp delSp modSp add mod modAnim">
        <pc:chgData name="Jair Andrade" userId="ac9439da21bf4221" providerId="LiveId" clId="{9E432B40-2719-D54A-B828-2E7D5E6093F4}" dt="2026-07-09T09:41:38.334" v="3718"/>
        <pc:sldMkLst>
          <pc:docMk/>
          <pc:sldMk cId="0" sldId="301"/>
        </pc:sldMkLst>
        <pc:spChg chg="add mod">
          <ac:chgData name="Jair Andrade" userId="ac9439da21bf4221" providerId="LiveId" clId="{9E432B40-2719-D54A-B828-2E7D5E6093F4}" dt="2026-07-09T09:40:56.858" v="3707" actId="1076"/>
          <ac:spMkLst>
            <pc:docMk/>
            <pc:sldMk cId="0" sldId="301"/>
            <ac:spMk id="2" creationId="{A37D26F8-C9FE-4744-A184-029958BCD38B}"/>
          </ac:spMkLst>
        </pc:spChg>
        <pc:spChg chg="add mod">
          <ac:chgData name="Jair Andrade" userId="ac9439da21bf4221" providerId="LiveId" clId="{9E432B40-2719-D54A-B828-2E7D5E6093F4}" dt="2026-07-08T17:55:49.063" v="2818" actId="164"/>
          <ac:spMkLst>
            <pc:docMk/>
            <pc:sldMk cId="0" sldId="301"/>
            <ac:spMk id="3" creationId="{8858326B-C3B3-604B-A529-9FCD521C7915}"/>
          </ac:spMkLst>
        </pc:spChg>
        <pc:spChg chg="add mod">
          <ac:chgData name="Jair Andrade" userId="ac9439da21bf4221" providerId="LiveId" clId="{9E432B40-2719-D54A-B828-2E7D5E6093F4}" dt="2026-07-08T17:58:23.249" v="2874" actId="1076"/>
          <ac:spMkLst>
            <pc:docMk/>
            <pc:sldMk cId="0" sldId="301"/>
            <ac:spMk id="7" creationId="{8FF47049-3655-2E49-9F34-6BD6C239C0B7}"/>
          </ac:spMkLst>
        </pc:spChg>
        <pc:spChg chg="add mod">
          <ac:chgData name="Jair Andrade" userId="ac9439da21bf4221" providerId="LiveId" clId="{9E432B40-2719-D54A-B828-2E7D5E6093F4}" dt="2026-07-08T17:55:49.063" v="2818" actId="164"/>
          <ac:spMkLst>
            <pc:docMk/>
            <pc:sldMk cId="0" sldId="301"/>
            <ac:spMk id="9" creationId="{2998F7EB-03E9-B24C-B199-9A5651B67ABC}"/>
          </ac:spMkLst>
        </pc:spChg>
        <pc:spChg chg="add mod">
          <ac:chgData name="Jair Andrade" userId="ac9439da21bf4221" providerId="LiveId" clId="{9E432B40-2719-D54A-B828-2E7D5E6093F4}" dt="2026-07-08T17:55:49.063" v="2818" actId="164"/>
          <ac:spMkLst>
            <pc:docMk/>
            <pc:sldMk cId="0" sldId="301"/>
            <ac:spMk id="10" creationId="{E9374F56-A663-154A-BCA6-BAD9F4E6C3ED}"/>
          </ac:spMkLst>
        </pc:spChg>
        <pc:spChg chg="add del mod">
          <ac:chgData name="Jair Andrade" userId="ac9439da21bf4221" providerId="LiveId" clId="{9E432B40-2719-D54A-B828-2E7D5E6093F4}" dt="2026-07-08T17:44:43.354" v="2752"/>
          <ac:spMkLst>
            <pc:docMk/>
            <pc:sldMk cId="0" sldId="301"/>
            <ac:spMk id="11" creationId="{B788998E-C91D-5D45-A760-EED62985F586}"/>
          </ac:spMkLst>
        </pc:spChg>
        <pc:spChg chg="add mod">
          <ac:chgData name="Jair Andrade" userId="ac9439da21bf4221" providerId="LiveId" clId="{9E432B40-2719-D54A-B828-2E7D5E6093F4}" dt="2026-07-08T18:04:28.117" v="2949" actId="1035"/>
          <ac:spMkLst>
            <pc:docMk/>
            <pc:sldMk cId="0" sldId="301"/>
            <ac:spMk id="14" creationId="{1F82FF2D-F583-7E41-95E3-BFD943EDAAE0}"/>
          </ac:spMkLst>
        </pc:spChg>
        <pc:spChg chg="add del mod">
          <ac:chgData name="Jair Andrade" userId="ac9439da21bf4221" providerId="LiveId" clId="{9E432B40-2719-D54A-B828-2E7D5E6093F4}" dt="2026-07-08T18:00:14.924" v="2896" actId="478"/>
          <ac:spMkLst>
            <pc:docMk/>
            <pc:sldMk cId="0" sldId="301"/>
            <ac:spMk id="15" creationId="{9F33C55F-BE86-1748-BD1B-B422D84D9406}"/>
          </ac:spMkLst>
        </pc:spChg>
        <pc:spChg chg="add mod">
          <ac:chgData name="Jair Andrade" userId="ac9439da21bf4221" providerId="LiveId" clId="{9E432B40-2719-D54A-B828-2E7D5E6093F4}" dt="2026-07-08T17:58:33.158" v="2877" actId="207"/>
          <ac:spMkLst>
            <pc:docMk/>
            <pc:sldMk cId="0" sldId="301"/>
            <ac:spMk id="16" creationId="{AA5B565A-2D4D-144E-A6F2-E46787924D39}"/>
          </ac:spMkLst>
        </pc:spChg>
        <pc:spChg chg="add mod">
          <ac:chgData name="Jair Andrade" userId="ac9439da21bf4221" providerId="LiveId" clId="{9E432B40-2719-D54A-B828-2E7D5E6093F4}" dt="2026-07-08T18:04:28.117" v="2949" actId="1035"/>
          <ac:spMkLst>
            <pc:docMk/>
            <pc:sldMk cId="0" sldId="301"/>
            <ac:spMk id="17" creationId="{340E9777-C3A2-C249-88E1-D2956ABEEAB9}"/>
          </ac:spMkLst>
        </pc:spChg>
        <pc:spChg chg="add mod">
          <ac:chgData name="Jair Andrade" userId="ac9439da21bf4221" providerId="LiveId" clId="{9E432B40-2719-D54A-B828-2E7D5E6093F4}" dt="2026-07-08T17:58:45.007" v="2879" actId="1076"/>
          <ac:spMkLst>
            <pc:docMk/>
            <pc:sldMk cId="0" sldId="301"/>
            <ac:spMk id="18" creationId="{1E90B68E-2DE8-524C-8870-2DCE54770D02}"/>
          </ac:spMkLst>
        </pc:spChg>
        <pc:spChg chg="add mod">
          <ac:chgData name="Jair Andrade" userId="ac9439da21bf4221" providerId="LiveId" clId="{9E432B40-2719-D54A-B828-2E7D5E6093F4}" dt="2026-07-08T17:46:41.471" v="2771" actId="1076"/>
          <ac:spMkLst>
            <pc:docMk/>
            <pc:sldMk cId="0" sldId="301"/>
            <ac:spMk id="19" creationId="{21A549DE-53CC-E647-822C-8254AE5D52C6}"/>
          </ac:spMkLst>
        </pc:spChg>
        <pc:spChg chg="add mod">
          <ac:chgData name="Jair Andrade" userId="ac9439da21bf4221" providerId="LiveId" clId="{9E432B40-2719-D54A-B828-2E7D5E6093F4}" dt="2026-07-08T17:46:52.346" v="2774" actId="1076"/>
          <ac:spMkLst>
            <pc:docMk/>
            <pc:sldMk cId="0" sldId="301"/>
            <ac:spMk id="20" creationId="{BAEC54A2-34E0-F04A-9A57-C33E2C2DC2F2}"/>
          </ac:spMkLst>
        </pc:spChg>
        <pc:spChg chg="add mod">
          <ac:chgData name="Jair Andrade" userId="ac9439da21bf4221" providerId="LiveId" clId="{9E432B40-2719-D54A-B828-2E7D5E6093F4}" dt="2026-07-08T18:00:33.268" v="2927" actId="1076"/>
          <ac:spMkLst>
            <pc:docMk/>
            <pc:sldMk cId="0" sldId="301"/>
            <ac:spMk id="23" creationId="{AF0D5B68-14D9-3840-BEF8-5A0DC9FE257E}"/>
          </ac:spMkLst>
        </pc:spChg>
        <pc:spChg chg="mod">
          <ac:chgData name="Jair Andrade" userId="ac9439da21bf4221" providerId="LiveId" clId="{9E432B40-2719-D54A-B828-2E7D5E6093F4}" dt="2026-07-08T18:18:13.402" v="2982" actId="20577"/>
          <ac:spMkLst>
            <pc:docMk/>
            <pc:sldMk cId="0" sldId="301"/>
            <ac:spMk id="496" creationId="{00000000-0000-0000-0000-000000000000}"/>
          </ac:spMkLst>
        </pc:spChg>
        <pc:spChg chg="add del mod">
          <ac:chgData name="Jair Andrade" userId="ac9439da21bf4221" providerId="LiveId" clId="{9E432B40-2719-D54A-B828-2E7D5E6093F4}" dt="2026-07-08T18:00:03.649" v="2891" actId="478"/>
          <ac:spMkLst>
            <pc:docMk/>
            <pc:sldMk cId="0" sldId="301"/>
            <ac:spMk id="497" creationId="{00000000-0000-0000-0000-000000000000}"/>
          </ac:spMkLst>
        </pc:spChg>
        <pc:spChg chg="mod">
          <ac:chgData name="Jair Andrade" userId="ac9439da21bf4221" providerId="LiveId" clId="{9E432B40-2719-D54A-B828-2E7D5E6093F4}" dt="2026-07-08T17:58:20.640" v="2873" actId="1076"/>
          <ac:spMkLst>
            <pc:docMk/>
            <pc:sldMk cId="0" sldId="301"/>
            <ac:spMk id="498" creationId="{00000000-0000-0000-0000-000000000000}"/>
          </ac:spMkLst>
        </pc:spChg>
        <pc:grpChg chg="add mod">
          <ac:chgData name="Jair Andrade" userId="ac9439da21bf4221" providerId="LiveId" clId="{9E432B40-2719-D54A-B828-2E7D5E6093F4}" dt="2026-07-08T17:55:51.736" v="2819" actId="1076"/>
          <ac:grpSpMkLst>
            <pc:docMk/>
            <pc:sldMk cId="0" sldId="301"/>
            <ac:grpSpMk id="4" creationId="{F2491025-73B3-8343-96D7-D2CDBE60CAB4}"/>
          </ac:grpSpMkLst>
        </pc:grpChg>
        <pc:picChg chg="add mod">
          <ac:chgData name="Jair Andrade" userId="ac9439da21bf4221" providerId="LiveId" clId="{9E432B40-2719-D54A-B828-2E7D5E6093F4}" dt="2026-07-08T17:55:16.850" v="2814" actId="1076"/>
          <ac:picMkLst>
            <pc:docMk/>
            <pc:sldMk cId="0" sldId="301"/>
            <ac:picMk id="12" creationId="{B8F98163-6F13-2C41-A032-36D32652FB6F}"/>
          </ac:picMkLst>
        </pc:picChg>
        <pc:picChg chg="add mod">
          <ac:chgData name="Jair Andrade" userId="ac9439da21bf4221" providerId="LiveId" clId="{9E432B40-2719-D54A-B828-2E7D5E6093F4}" dt="2026-07-08T17:46:03.409" v="2764" actId="1076"/>
          <ac:picMkLst>
            <pc:docMk/>
            <pc:sldMk cId="0" sldId="301"/>
            <ac:picMk id="13" creationId="{0D6AF5F9-FFAB-3444-9C91-4673D8739D66}"/>
          </ac:picMkLst>
        </pc:picChg>
        <pc:picChg chg="del mod">
          <ac:chgData name="Jair Andrade" userId="ac9439da21bf4221" providerId="LiveId" clId="{9E432B40-2719-D54A-B828-2E7D5E6093F4}" dt="2026-07-08T17:42:35.590" v="2691" actId="478"/>
          <ac:picMkLst>
            <pc:docMk/>
            <pc:sldMk cId="0" sldId="301"/>
            <ac:picMk id="499" creationId="{00000000-0000-0000-0000-000000000000}"/>
          </ac:picMkLst>
        </pc:picChg>
      </pc:sldChg>
      <pc:sldChg chg="addSp delSp modSp new mod modAnim">
        <pc:chgData name="Jair Andrade" userId="ac9439da21bf4221" providerId="LiveId" clId="{9E432B40-2719-D54A-B828-2E7D5E6093F4}" dt="2026-07-09T09:17:22.579" v="3524" actId="20577"/>
        <pc:sldMkLst>
          <pc:docMk/>
          <pc:sldMk cId="3570496146" sldId="302"/>
        </pc:sldMkLst>
        <pc:spChg chg="mod">
          <ac:chgData name="Jair Andrade" userId="ac9439da21bf4221" providerId="LiveId" clId="{9E432B40-2719-D54A-B828-2E7D5E6093F4}" dt="2026-07-08T18:28:49.167" v="3064" actId="20577"/>
          <ac:spMkLst>
            <pc:docMk/>
            <pc:sldMk cId="3570496146" sldId="302"/>
            <ac:spMk id="2" creationId="{F1EBBDF6-798E-AF4D-AECA-876010B30D76}"/>
          </ac:spMkLst>
        </pc:spChg>
        <pc:spChg chg="del">
          <ac:chgData name="Jair Andrade" userId="ac9439da21bf4221" providerId="LiveId" clId="{9E432B40-2719-D54A-B828-2E7D5E6093F4}" dt="2026-07-08T18:29:23.692" v="3065" actId="478"/>
          <ac:spMkLst>
            <pc:docMk/>
            <pc:sldMk cId="3570496146" sldId="302"/>
            <ac:spMk id="3" creationId="{153BCEEF-3E5D-5A4F-B092-ECB6F9DA1720}"/>
          </ac:spMkLst>
        </pc:spChg>
        <pc:spChg chg="add mod">
          <ac:chgData name="Jair Andrade" userId="ac9439da21bf4221" providerId="LiveId" clId="{9E432B40-2719-D54A-B828-2E7D5E6093F4}" dt="2026-07-09T09:17:10.104" v="3519" actId="20577"/>
          <ac:spMkLst>
            <pc:docMk/>
            <pc:sldMk cId="3570496146" sldId="302"/>
            <ac:spMk id="5" creationId="{E578D87C-2B8D-FC40-B919-422926FC96F9}"/>
          </ac:spMkLst>
        </pc:spChg>
        <pc:spChg chg="add mod">
          <ac:chgData name="Jair Andrade" userId="ac9439da21bf4221" providerId="LiveId" clId="{9E432B40-2719-D54A-B828-2E7D5E6093F4}" dt="2026-07-09T09:17:22.579" v="3524" actId="20577"/>
          <ac:spMkLst>
            <pc:docMk/>
            <pc:sldMk cId="3570496146" sldId="302"/>
            <ac:spMk id="6" creationId="{D0564201-9A68-024C-93CC-7E8ED30456D3}"/>
          </ac:spMkLst>
        </pc:spChg>
        <pc:spChg chg="add mod">
          <ac:chgData name="Jair Andrade" userId="ac9439da21bf4221" providerId="LiveId" clId="{9E432B40-2719-D54A-B828-2E7D5E6093F4}" dt="2026-07-08T18:45:18.252" v="3314" actId="207"/>
          <ac:spMkLst>
            <pc:docMk/>
            <pc:sldMk cId="3570496146" sldId="302"/>
            <ac:spMk id="9" creationId="{3674382B-9FD8-4540-9851-6F944B523813}"/>
          </ac:spMkLst>
        </pc:spChg>
        <pc:picChg chg="add mod">
          <ac:chgData name="Jair Andrade" userId="ac9439da21bf4221" providerId="LiveId" clId="{9E432B40-2719-D54A-B828-2E7D5E6093F4}" dt="2026-07-08T18:44:30.146" v="3276" actId="1076"/>
          <ac:picMkLst>
            <pc:docMk/>
            <pc:sldMk cId="3570496146" sldId="302"/>
            <ac:picMk id="8" creationId="{D9F692D2-E900-AA48-A404-E06BE9B9C413}"/>
          </ac:picMkLst>
        </pc:picChg>
      </pc:sldChg>
      <pc:sldChg chg="new del">
        <pc:chgData name="Jair Andrade" userId="ac9439da21bf4221" providerId="LiveId" clId="{9E432B40-2719-D54A-B828-2E7D5E6093F4}" dt="2026-07-09T09:14:35.329" v="3489" actId="680"/>
        <pc:sldMkLst>
          <pc:docMk/>
          <pc:sldMk cId="2553699689" sldId="303"/>
        </pc:sldMkLst>
      </pc:sldChg>
      <pc:sldChg chg="addSp delSp modSp new mod modAnim">
        <pc:chgData name="Jair Andrade" userId="ac9439da21bf4221" providerId="LiveId" clId="{9E432B40-2719-D54A-B828-2E7D5E6093F4}" dt="2026-07-09T09:27:37.279" v="3589" actId="1076"/>
        <pc:sldMkLst>
          <pc:docMk/>
          <pc:sldMk cId="2732212366" sldId="303"/>
        </pc:sldMkLst>
        <pc:spChg chg="mod">
          <ac:chgData name="Jair Andrade" userId="ac9439da21bf4221" providerId="LiveId" clId="{9E432B40-2719-D54A-B828-2E7D5E6093F4}" dt="2026-07-09T09:27:37.279" v="3589" actId="1076"/>
          <ac:spMkLst>
            <pc:docMk/>
            <pc:sldMk cId="2732212366" sldId="303"/>
            <ac:spMk id="2" creationId="{FB63364D-CC45-2445-8F2A-695F129874EA}"/>
          </ac:spMkLst>
        </pc:spChg>
        <pc:spChg chg="del">
          <ac:chgData name="Jair Andrade" userId="ac9439da21bf4221" providerId="LiveId" clId="{9E432B40-2719-D54A-B828-2E7D5E6093F4}" dt="2026-07-09T09:14:55.838" v="3494" actId="478"/>
          <ac:spMkLst>
            <pc:docMk/>
            <pc:sldMk cId="2732212366" sldId="303"/>
            <ac:spMk id="3" creationId="{643C2211-3B59-0B42-9A33-E88EC90C3F98}"/>
          </ac:spMkLst>
        </pc:spChg>
        <pc:spChg chg="add mod">
          <ac:chgData name="Jair Andrade" userId="ac9439da21bf4221" providerId="LiveId" clId="{9E432B40-2719-D54A-B828-2E7D5E6093F4}" dt="2026-07-09T09:22:02.995" v="3558" actId="1076"/>
          <ac:spMkLst>
            <pc:docMk/>
            <pc:sldMk cId="2732212366" sldId="303"/>
            <ac:spMk id="9" creationId="{CD607811-9CF5-2646-878C-BD6AEA7B06B4}"/>
          </ac:spMkLst>
        </pc:spChg>
        <pc:spChg chg="add mod">
          <ac:chgData name="Jair Andrade" userId="ac9439da21bf4221" providerId="LiveId" clId="{9E432B40-2719-D54A-B828-2E7D5E6093F4}" dt="2026-07-09T09:22:13.135" v="3563" actId="1076"/>
          <ac:spMkLst>
            <pc:docMk/>
            <pc:sldMk cId="2732212366" sldId="303"/>
            <ac:spMk id="11" creationId="{B799CED9-50BA-9F4B-86F2-7BC7874DB05A}"/>
          </ac:spMkLst>
        </pc:spChg>
        <pc:spChg chg="add mod">
          <ac:chgData name="Jair Andrade" userId="ac9439da21bf4221" providerId="LiveId" clId="{9E432B40-2719-D54A-B828-2E7D5E6093F4}" dt="2026-07-09T09:25:10.710" v="3587" actId="207"/>
          <ac:spMkLst>
            <pc:docMk/>
            <pc:sldMk cId="2732212366" sldId="303"/>
            <ac:spMk id="12" creationId="{E669DD5D-4CA7-3A4B-8D8F-A4223890A03C}"/>
          </ac:spMkLst>
        </pc:spChg>
        <pc:picChg chg="add mod modCrop">
          <ac:chgData name="Jair Andrade" userId="ac9439da21bf4221" providerId="LiveId" clId="{9E432B40-2719-D54A-B828-2E7D5E6093F4}" dt="2026-07-09T09:22:14.463" v="3564" actId="1076"/>
          <ac:picMkLst>
            <pc:docMk/>
            <pc:sldMk cId="2732212366" sldId="303"/>
            <ac:picMk id="5" creationId="{E431C55D-28E0-9E4D-8587-FAFDE693C9C0}"/>
          </ac:picMkLst>
        </pc:picChg>
        <pc:picChg chg="add mod">
          <ac:chgData name="Jair Andrade" userId="ac9439da21bf4221" providerId="LiveId" clId="{9E432B40-2719-D54A-B828-2E7D5E6093F4}" dt="2026-07-09T09:16:32.263" v="3515" actId="14100"/>
          <ac:picMkLst>
            <pc:docMk/>
            <pc:sldMk cId="2732212366" sldId="303"/>
            <ac:picMk id="6" creationId="{ACCEB149-8572-F549-8F66-B44DEB5C874E}"/>
          </ac:picMkLst>
        </pc:picChg>
        <pc:picChg chg="add mod modCrop">
          <ac:chgData name="Jair Andrade" userId="ac9439da21bf4221" providerId="LiveId" clId="{9E432B40-2719-D54A-B828-2E7D5E6093F4}" dt="2026-07-09T09:22:17.597" v="3565" actId="1076"/>
          <ac:picMkLst>
            <pc:docMk/>
            <pc:sldMk cId="2732212366" sldId="303"/>
            <ac:picMk id="7" creationId="{3FCE5CE8-BBAD-2240-B91A-299FBF96951D}"/>
          </ac:picMkLst>
        </pc:picChg>
        <pc:picChg chg="add mod">
          <ac:chgData name="Jair Andrade" userId="ac9439da21bf4221" providerId="LiveId" clId="{9E432B40-2719-D54A-B828-2E7D5E6093F4}" dt="2026-07-09T09:22:20.240" v="3566" actId="1076"/>
          <ac:picMkLst>
            <pc:docMk/>
            <pc:sldMk cId="2732212366" sldId="303"/>
            <ac:picMk id="10" creationId="{C08736ED-8883-C24C-A547-B25FE43D5F32}"/>
          </ac:picMkLst>
        </pc:picChg>
      </pc:sldChg>
      <pc:sldChg chg="addSp delSp modSp new mod modAnim">
        <pc:chgData name="Jair Andrade" userId="ac9439da21bf4221" providerId="LiveId" clId="{9E432B40-2719-D54A-B828-2E7D5E6093F4}" dt="2026-07-09T10:02:55.311" v="3745"/>
        <pc:sldMkLst>
          <pc:docMk/>
          <pc:sldMk cId="4127070184" sldId="304"/>
        </pc:sldMkLst>
        <pc:spChg chg="mod">
          <ac:chgData name="Jair Andrade" userId="ac9439da21bf4221" providerId="LiveId" clId="{9E432B40-2719-D54A-B828-2E7D5E6093F4}" dt="2026-07-09T09:34:50.862" v="3638" actId="20577"/>
          <ac:spMkLst>
            <pc:docMk/>
            <pc:sldMk cId="4127070184" sldId="304"/>
            <ac:spMk id="2" creationId="{C251D5B9-82A6-9145-BA5D-14F4D5F070FE}"/>
          </ac:spMkLst>
        </pc:spChg>
        <pc:spChg chg="del mod">
          <ac:chgData name="Jair Andrade" userId="ac9439da21bf4221" providerId="LiveId" clId="{9E432B40-2719-D54A-B828-2E7D5E6093F4}" dt="2026-07-09T09:35:04.532" v="3640" actId="478"/>
          <ac:spMkLst>
            <pc:docMk/>
            <pc:sldMk cId="4127070184" sldId="304"/>
            <ac:spMk id="3" creationId="{88641A37-91CE-E74A-9E68-CCF286297F89}"/>
          </ac:spMkLst>
        </pc:spChg>
        <pc:spChg chg="add mod">
          <ac:chgData name="Jair Andrade" userId="ac9439da21bf4221" providerId="LiveId" clId="{9E432B40-2719-D54A-B828-2E7D5E6093F4}" dt="2026-07-09T09:39:33.311" v="3662" actId="207"/>
          <ac:spMkLst>
            <pc:docMk/>
            <pc:sldMk cId="4127070184" sldId="304"/>
            <ac:spMk id="9" creationId="{3719049E-C76A-C040-B434-45A243281A14}"/>
          </ac:spMkLst>
        </pc:spChg>
        <pc:spChg chg="add del mod">
          <ac:chgData name="Jair Andrade" userId="ac9439da21bf4221" providerId="LiveId" clId="{9E432B40-2719-D54A-B828-2E7D5E6093F4}" dt="2026-07-09T09:40:38.142" v="3688" actId="478"/>
          <ac:spMkLst>
            <pc:docMk/>
            <pc:sldMk cId="4127070184" sldId="304"/>
            <ac:spMk id="12" creationId="{0A2A3282-DAB3-3346-8F38-9E752E05D062}"/>
          </ac:spMkLst>
        </pc:spChg>
        <pc:spChg chg="add mod">
          <ac:chgData name="Jair Andrade" userId="ac9439da21bf4221" providerId="LiveId" clId="{9E432B40-2719-D54A-B828-2E7D5E6093F4}" dt="2026-07-09T09:43:39.202" v="3741" actId="1076"/>
          <ac:spMkLst>
            <pc:docMk/>
            <pc:sldMk cId="4127070184" sldId="304"/>
            <ac:spMk id="14" creationId="{B415D306-3090-9C44-B3D0-AEC94D7C92E9}"/>
          </ac:spMkLst>
        </pc:spChg>
        <pc:picChg chg="add del mod">
          <ac:chgData name="Jair Andrade" userId="ac9439da21bf4221" providerId="LiveId" clId="{9E432B40-2719-D54A-B828-2E7D5E6093F4}" dt="2026-07-09T09:35:47.086" v="3645" actId="478"/>
          <ac:picMkLst>
            <pc:docMk/>
            <pc:sldMk cId="4127070184" sldId="304"/>
            <ac:picMk id="5" creationId="{1AEB5037-06DA-2A41-8311-2F691CED20AB}"/>
          </ac:picMkLst>
        </pc:picChg>
        <pc:picChg chg="add mod">
          <ac:chgData name="Jair Andrade" userId="ac9439da21bf4221" providerId="LiveId" clId="{9E432B40-2719-D54A-B828-2E7D5E6093F4}" dt="2026-07-09T09:39:21.360" v="3656" actId="1076"/>
          <ac:picMkLst>
            <pc:docMk/>
            <pc:sldMk cId="4127070184" sldId="304"/>
            <ac:picMk id="6" creationId="{14CFDA2F-F71D-F24D-BC82-1B5021B906F3}"/>
          </ac:picMkLst>
        </pc:picChg>
        <pc:picChg chg="add mod">
          <ac:chgData name="Jair Andrade" userId="ac9439da21bf4221" providerId="LiveId" clId="{9E432B40-2719-D54A-B828-2E7D5E6093F4}" dt="2026-07-09T09:39:51.221" v="3666" actId="27349"/>
          <ac:picMkLst>
            <pc:docMk/>
            <pc:sldMk cId="4127070184" sldId="304"/>
            <ac:picMk id="11" creationId="{C48AFCB0-0F37-8F44-BF4D-D782ED6FC26A}"/>
          </ac:picMkLst>
        </pc:picChg>
        <pc:picChg chg="add mod">
          <ac:chgData name="Jair Andrade" userId="ac9439da21bf4221" providerId="LiveId" clId="{9E432B40-2719-D54A-B828-2E7D5E6093F4}" dt="2026-07-09T10:02:45.075" v="3744" actId="1076"/>
          <ac:picMkLst>
            <pc:docMk/>
            <pc:sldMk cId="4127070184" sldId="304"/>
            <ac:picMk id="16" creationId="{FE47BA89-3175-2F48-92FA-8BF3022FE5CD}"/>
          </ac:picMkLst>
        </pc:picChg>
        <pc:cxnChg chg="add del">
          <ac:chgData name="Jair Andrade" userId="ac9439da21bf4221" providerId="LiveId" clId="{9E432B40-2719-D54A-B828-2E7D5E6093F4}" dt="2026-07-09T09:38:35.440" v="3649" actId="11529"/>
          <ac:cxnSpMkLst>
            <pc:docMk/>
            <pc:sldMk cId="4127070184" sldId="304"/>
            <ac:cxnSpMk id="8" creationId="{A46A54DC-030A-1143-A5B7-D45517BDF6F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0E965-2DB3-624E-871E-81A96137640E}" type="datetimeFigureOut">
              <a:rPr lang="en-US" smtClean="0"/>
              <a:t>7/10/26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CD856F-EC31-F748-B39E-7B618D0A6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41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6e55de56d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6e55de56d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9343647" y="4235851"/>
            <a:ext cx="7496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100047" y="4211003"/>
            <a:ext cx="7496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338859" y="1362700"/>
            <a:ext cx="9515557" cy="2032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338868" y="5292133"/>
            <a:ext cx="9515557" cy="2032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1338867" y="2335685"/>
            <a:ext cx="9515600" cy="13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Font typeface="Constantia"/>
              <a:buNone/>
              <a:defRPr sz="7200">
                <a:latin typeface="Constantia"/>
                <a:ea typeface="Constantia"/>
                <a:cs typeface="Constantia"/>
                <a:sym typeface="Constant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72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849633" y="3800052"/>
            <a:ext cx="64940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rbel"/>
              <a:buNone/>
              <a:defRPr sz="3200">
                <a:latin typeface="Corbel"/>
                <a:ea typeface="Corbel"/>
                <a:cs typeface="Corbel"/>
                <a:sym typeface="Cor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242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67" y="3429200"/>
            <a:ext cx="12192000" cy="3428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1086400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Corbel"/>
              <a:buNone/>
              <a:defRPr>
                <a:latin typeface="Corbel"/>
                <a:ea typeface="Corbel"/>
                <a:cs typeface="Corbel"/>
                <a:sym typeface="Corbe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8214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100" y="6727600"/>
            <a:ext cx="12192000" cy="130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9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Font typeface="Constantia"/>
              <a:buNone/>
              <a:defRPr>
                <a:latin typeface="Constantia"/>
                <a:ea typeface="Constantia"/>
                <a:cs typeface="Constantia"/>
                <a:sym typeface="Constant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415600" y="1688433"/>
            <a:ext cx="11360800" cy="44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Font typeface="Corbel"/>
              <a:buChar char="●"/>
              <a:defRPr>
                <a:latin typeface="Corbel"/>
                <a:ea typeface="Corbel"/>
                <a:cs typeface="Corbel"/>
                <a:sym typeface="Corbel"/>
              </a:defRPr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○"/>
              <a:defRPr>
                <a:latin typeface="Corbel"/>
                <a:ea typeface="Corbel"/>
                <a:cs typeface="Corbel"/>
                <a:sym typeface="Corbel"/>
              </a:defRPr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■"/>
              <a:defRPr>
                <a:latin typeface="Corbel"/>
                <a:ea typeface="Corbel"/>
                <a:cs typeface="Corbel"/>
                <a:sym typeface="Corbel"/>
              </a:defRPr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●"/>
              <a:defRPr>
                <a:latin typeface="Corbel"/>
                <a:ea typeface="Corbel"/>
                <a:cs typeface="Corbel"/>
                <a:sym typeface="Corbel"/>
              </a:defRPr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○"/>
              <a:defRPr>
                <a:latin typeface="Corbel"/>
                <a:ea typeface="Corbel"/>
                <a:cs typeface="Corbel"/>
                <a:sym typeface="Corbel"/>
              </a:defRPr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■"/>
              <a:defRPr>
                <a:latin typeface="Corbel"/>
                <a:ea typeface="Corbel"/>
                <a:cs typeface="Corbel"/>
                <a:sym typeface="Corbel"/>
              </a:defRPr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●"/>
              <a:defRPr>
                <a:latin typeface="Corbel"/>
                <a:ea typeface="Corbel"/>
                <a:cs typeface="Corbel"/>
                <a:sym typeface="Corbel"/>
              </a:defRPr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○"/>
              <a:defRPr>
                <a:latin typeface="Corbel"/>
                <a:ea typeface="Corbel"/>
                <a:cs typeface="Corbel"/>
                <a:sym typeface="Corbel"/>
              </a:defRPr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■"/>
              <a:defRPr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50050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9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Font typeface="Constantia"/>
              <a:buNone/>
              <a:defRPr>
                <a:latin typeface="Constantia"/>
                <a:ea typeface="Constantia"/>
                <a:cs typeface="Constantia"/>
                <a:sym typeface="Constant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15600" y="1688233"/>
            <a:ext cx="5333200" cy="44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●"/>
              <a:defRPr sz="1867">
                <a:latin typeface="Corbel"/>
                <a:ea typeface="Corbel"/>
                <a:cs typeface="Corbel"/>
                <a:sym typeface="Corbel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6443200" y="1688233"/>
            <a:ext cx="5333200" cy="44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Font typeface="Corbel"/>
              <a:buChar char="●"/>
              <a:defRPr sz="1867">
                <a:latin typeface="Corbel"/>
                <a:ea typeface="Corbel"/>
                <a:cs typeface="Corbel"/>
                <a:sym typeface="Corbel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53319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9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Font typeface="Constantia"/>
              <a:buNone/>
              <a:defRPr>
                <a:latin typeface="Constantia"/>
                <a:ea typeface="Constantia"/>
                <a:cs typeface="Constantia"/>
                <a:sym typeface="Constant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4732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Constantia"/>
              <a:buNone/>
              <a:defRPr sz="3200">
                <a:latin typeface="Constantia"/>
                <a:ea typeface="Constantia"/>
                <a:cs typeface="Constantia"/>
                <a:sym typeface="Constant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●"/>
              <a:defRPr sz="1600">
                <a:latin typeface="Corbel"/>
                <a:ea typeface="Corbel"/>
                <a:cs typeface="Corbel"/>
                <a:sym typeface="Corbel"/>
              </a:defRPr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○"/>
              <a:defRPr sz="1600">
                <a:latin typeface="Corbel"/>
                <a:ea typeface="Corbel"/>
                <a:cs typeface="Corbel"/>
                <a:sym typeface="Corbel"/>
              </a:defRPr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Font typeface="Corbel"/>
              <a:buChar char="■"/>
              <a:defRPr sz="1600"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063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6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4848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72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01576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7" name="Google Shape;47;p9"/>
          <p:cNvCxnSpPr/>
          <p:nvPr/>
        </p:nvCxnSpPr>
        <p:spPr>
          <a:xfrm>
            <a:off x="6706233" y="5994000"/>
            <a:ext cx="624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354000" y="1386233"/>
            <a:ext cx="5393600" cy="223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Constantia"/>
              <a:buNone/>
              <a:defRPr sz="5600">
                <a:latin typeface="Constantia"/>
                <a:ea typeface="Constantia"/>
                <a:cs typeface="Constantia"/>
                <a:sym typeface="Constant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354000" y="36358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Corbel"/>
              <a:buNone/>
              <a:defRPr sz="2800">
                <a:latin typeface="Corbel"/>
                <a:ea typeface="Corbel"/>
                <a:cs typeface="Corbel"/>
                <a:sym typeface="Cor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Char char="●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○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■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●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○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■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●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○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rbel"/>
              <a:buChar char="■"/>
              <a:defRPr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2555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body" idx="1"/>
          </p:nvPr>
        </p:nvSpPr>
        <p:spPr>
          <a:xfrm>
            <a:off x="415600" y="5640967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orbel"/>
              <a:buNone/>
              <a:defRPr sz="3200"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23818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10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739800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415600" y="3994200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26117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4941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EB Garamond"/>
              <a:buNone/>
              <a:defRPr sz="3600" b="1">
                <a:solidFill>
                  <a:schemeClr val="accent1"/>
                </a:solidFill>
                <a:latin typeface="EB Garamond"/>
                <a:ea typeface="EB Garamond"/>
                <a:cs typeface="EB Garamond"/>
                <a:sym typeface="EB Garamo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688433"/>
            <a:ext cx="11360800" cy="4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793794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3.emf"/><Relationship Id="rId12" Type="http://schemas.openxmlformats.org/officeDocument/2006/relationships/image" Target="../media/image22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16.emf"/><Relationship Id="rId5" Type="http://schemas.openxmlformats.org/officeDocument/2006/relationships/image" Target="../media/image15.png"/><Relationship Id="rId10" Type="http://schemas.openxmlformats.org/officeDocument/2006/relationships/image" Target="../media/image15.emf"/><Relationship Id="rId4" Type="http://schemas.openxmlformats.org/officeDocument/2006/relationships/image" Target="../media/image14.png"/><Relationship Id="rId9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emf"/><Relationship Id="rId3" Type="http://schemas.openxmlformats.org/officeDocument/2006/relationships/image" Target="../media/image40.png"/><Relationship Id="rId7" Type="http://schemas.openxmlformats.org/officeDocument/2006/relationships/image" Target="../media/image36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38.emf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emf"/><Relationship Id="rId5" Type="http://schemas.openxmlformats.org/officeDocument/2006/relationships/image" Target="../media/image49.png"/><Relationship Id="rId4" Type="http://schemas.openxmlformats.org/officeDocument/2006/relationships/image" Target="../media/image4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8/rspa.1927.0118" TargetMode="External"/><Relationship Id="rId2" Type="http://schemas.openxmlformats.org/officeDocument/2006/relationships/hyperlink" Target="https://doi.org/10.1002/sdr.4260100214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ctrTitle"/>
          </p:nvPr>
        </p:nvSpPr>
        <p:spPr>
          <a:xfrm>
            <a:off x="1044967" y="2437300"/>
            <a:ext cx="10044000" cy="136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" sz="4667" dirty="0">
                <a:solidFill>
                  <a:schemeClr val="accent5"/>
                </a:solidFill>
                <a:latin typeface="Corbel"/>
                <a:ea typeface="Corbel"/>
                <a:cs typeface="Corbel"/>
                <a:sym typeface="Corbel"/>
              </a:rPr>
              <a:t>Simulating ODEs in R</a:t>
            </a:r>
            <a:endParaRPr sz="4667" dirty="0">
              <a:solidFill>
                <a:schemeClr val="accent5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849633" y="3800052"/>
            <a:ext cx="6488678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0" indent="0"/>
            <a:r>
              <a:rPr lang="en" sz="2700" dirty="0">
                <a:latin typeface="Corbel"/>
                <a:ea typeface="Corbel"/>
                <a:cs typeface="Corbel"/>
                <a:sym typeface="Corbel"/>
              </a:rPr>
              <a:t>Dr. Oscar Cort</a:t>
            </a:r>
            <a:r>
              <a:rPr lang="en" sz="2700" dirty="0"/>
              <a:t>és </a:t>
            </a:r>
            <a:r>
              <a:rPr lang="en" sz="2700" dirty="0">
                <a:latin typeface="Corbel"/>
                <a:ea typeface="Corbel"/>
                <a:cs typeface="Corbel"/>
                <a:sym typeface="Corbel"/>
              </a:rPr>
              <a:t>&amp; Dr. Jair Andrade</a:t>
            </a:r>
            <a:endParaRPr sz="2700" dirty="0">
              <a:latin typeface="Corbel"/>
              <a:ea typeface="Corbel"/>
              <a:cs typeface="Corbel"/>
              <a:sym typeface="Corbel"/>
            </a:endParaRPr>
          </a:p>
        </p:txBody>
      </p:sp>
      <p:pic>
        <p:nvPicPr>
          <p:cNvPr id="68" name="Google Shape;68;p13" title="PDU_full_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8033" y="5909367"/>
            <a:ext cx="3588032" cy="63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301" y="5909367"/>
            <a:ext cx="2781540" cy="5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733151B-1A75-3846-8161-BAF42DC69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465" y="4379070"/>
            <a:ext cx="306732" cy="204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E4C98-A048-9841-81C0-B8E2D09B4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6A42C-3F22-B24A-96E0-DAD7B5989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120" y="1536567"/>
            <a:ext cx="11360800" cy="577247"/>
          </a:xfrm>
        </p:spPr>
        <p:txBody>
          <a:bodyPr>
            <a:normAutofit lnSpcReduction="10000"/>
          </a:bodyPr>
          <a:lstStyle/>
          <a:p>
            <a:pPr marL="152396" indent="0">
              <a:buNone/>
            </a:pPr>
            <a:r>
              <a:rPr lang="en-US" sz="2400" dirty="0"/>
              <a:t>Learn how to simulate ordinary differential equation (ODE) models in R using </a:t>
            </a:r>
            <a:r>
              <a:rPr lang="en-US" sz="2400" dirty="0" err="1"/>
              <a:t>deSolve</a:t>
            </a: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45F28F-9ED0-104E-ACB1-3FECD03846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2</a:t>
            </a:fld>
            <a:endParaRPr lang="e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EAC40E-92D0-9F4C-B53E-4ABE20FE0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067" y="3177719"/>
            <a:ext cx="3645333" cy="24302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B85726-D982-A74F-BD2D-EAEA22374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60" y="3563531"/>
            <a:ext cx="3938867" cy="5772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3E3F222-E6D9-5C40-98D7-F402FE310C8E}"/>
              </a:ext>
            </a:extLst>
          </p:cNvPr>
          <p:cNvSpPr txBox="1"/>
          <p:nvPr/>
        </p:nvSpPr>
        <p:spPr>
          <a:xfrm>
            <a:off x="1189665" y="2271851"/>
            <a:ext cx="16306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Formulation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4F45B0-0AD5-5E45-8D14-563D4FD1EBA0}"/>
              </a:ext>
            </a:extLst>
          </p:cNvPr>
          <p:cNvSpPr txBox="1"/>
          <p:nvPr/>
        </p:nvSpPr>
        <p:spPr>
          <a:xfrm>
            <a:off x="9371656" y="2271851"/>
            <a:ext cx="16306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Simulation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929D8B-DB1C-2C4D-98A7-439C321C37BB}"/>
              </a:ext>
            </a:extLst>
          </p:cNvPr>
          <p:cNvSpPr txBox="1"/>
          <p:nvPr/>
        </p:nvSpPr>
        <p:spPr>
          <a:xfrm>
            <a:off x="5195570" y="2274880"/>
            <a:ext cx="1800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Implementation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46E2551-9184-904F-8EC0-83E9500E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039" y="2754443"/>
            <a:ext cx="2699533" cy="364784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E00791B-EAC6-CB4D-965D-E7DF84C09B3F}"/>
              </a:ext>
            </a:extLst>
          </p:cNvPr>
          <p:cNvSpPr txBox="1"/>
          <p:nvPr/>
        </p:nvSpPr>
        <p:spPr>
          <a:xfrm>
            <a:off x="8585851" y="5959811"/>
            <a:ext cx="25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 err="1">
                <a:effectLst/>
              </a:rPr>
              <a:t>Sterman</a:t>
            </a:r>
            <a:r>
              <a:rPr lang="en-IE" dirty="0">
                <a:effectLst/>
              </a:rPr>
              <a:t>, J. D. (1994)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29DD3F-4A94-C047-9D3E-418652820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686" y="4472697"/>
            <a:ext cx="3467941" cy="2007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0225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3F01B3CF-A198-6942-A29C-1B500C376E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71" r="32656" b="34020"/>
          <a:stretch/>
        </p:blipFill>
        <p:spPr bwMode="auto">
          <a:xfrm>
            <a:off x="0" y="3157409"/>
            <a:ext cx="3821373" cy="291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FFD7CC-C38D-0949-9D65-C0023212C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formulation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970649-048C-7A44-8E76-AAA1F3BE4A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3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EBCA67-294B-E442-AD1F-C755B4055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438" y="1740914"/>
            <a:ext cx="8271124" cy="1212148"/>
          </a:xfrm>
          <a:prstGeom prst="rect">
            <a:avLst/>
          </a:prstGeom>
        </p:spPr>
      </p:pic>
      <p:pic>
        <p:nvPicPr>
          <p:cNvPr id="7" name="Graphic 6" descr="Rubber duck outline">
            <a:extLst>
              <a:ext uri="{FF2B5EF4-FFF2-40B4-BE49-F238E27FC236}">
                <a16:creationId xmlns:a16="http://schemas.microsoft.com/office/drawing/2014/main" id="{2383CF09-C250-FA44-AE74-7468D97116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09" y="4196141"/>
            <a:ext cx="612416" cy="6124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2517D3-C700-F64B-A015-734F0571C256}"/>
              </a:ext>
            </a:extLst>
          </p:cNvPr>
          <p:cNvSpPr txBox="1"/>
          <p:nvPr/>
        </p:nvSpPr>
        <p:spPr>
          <a:xfrm>
            <a:off x="1249889" y="3765309"/>
            <a:ext cx="4221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Bathtub = </a:t>
            </a:r>
            <a:r>
              <a:rPr lang="en-US" dirty="0">
                <a:solidFill>
                  <a:schemeClr val="accent5"/>
                </a:solidFill>
              </a:rPr>
              <a:t>Compartment, state</a:t>
            </a:r>
            <a:r>
              <a:rPr lang="en-US" dirty="0"/>
              <a:t> or </a:t>
            </a:r>
            <a:r>
              <a:rPr lang="en-US" dirty="0">
                <a:solidFill>
                  <a:schemeClr val="accent5"/>
                </a:solidFill>
              </a:rPr>
              <a:t>stock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A90131-EB09-F548-8D0A-5DC9087285E9}"/>
              </a:ext>
            </a:extLst>
          </p:cNvPr>
          <p:cNvSpPr txBox="1"/>
          <p:nvPr/>
        </p:nvSpPr>
        <p:spPr>
          <a:xfrm>
            <a:off x="939137" y="3225181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Tap = </a:t>
            </a:r>
            <a:r>
              <a:rPr lang="en-US" dirty="0">
                <a:solidFill>
                  <a:schemeClr val="accent5"/>
                </a:solidFill>
              </a:rPr>
              <a:t>inflow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2AC94-8A7E-1B48-A35B-F08EB251A6F5}"/>
              </a:ext>
            </a:extLst>
          </p:cNvPr>
          <p:cNvSpPr txBox="1"/>
          <p:nvPr/>
        </p:nvSpPr>
        <p:spPr>
          <a:xfrm>
            <a:off x="3458500" y="5175415"/>
            <a:ext cx="1900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Drain = </a:t>
            </a:r>
            <a:r>
              <a:rPr lang="en-US" dirty="0">
                <a:solidFill>
                  <a:schemeClr val="accent5"/>
                </a:solidFill>
              </a:rPr>
              <a:t>outflow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A0AB4B3-27CE-0340-B585-99330E91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493" y="3430086"/>
            <a:ext cx="4456118" cy="237071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4722646-2ECB-2A43-9165-D7CC18CB5BE6}"/>
              </a:ext>
            </a:extLst>
          </p:cNvPr>
          <p:cNvSpPr txBox="1"/>
          <p:nvPr/>
        </p:nvSpPr>
        <p:spPr>
          <a:xfrm>
            <a:off x="278130" y="5941467"/>
            <a:ext cx="4831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How much water is in any particular bathtub at a given time?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5A03D4-21C7-3142-9BEF-DBDC2AC7E915}"/>
              </a:ext>
            </a:extLst>
          </p:cNvPr>
          <p:cNvSpPr txBox="1"/>
          <p:nvPr/>
        </p:nvSpPr>
        <p:spPr>
          <a:xfrm>
            <a:off x="6457950" y="6028717"/>
            <a:ext cx="545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How many people are in the store at a given time?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0789FCE-FE04-164A-9A43-181766BFB8E6}"/>
              </a:ext>
            </a:extLst>
          </p:cNvPr>
          <p:cNvSpPr/>
          <p:nvPr/>
        </p:nvSpPr>
        <p:spPr>
          <a:xfrm>
            <a:off x="3744287" y="1262129"/>
            <a:ext cx="4458681" cy="217751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F9354-158C-2E45-B196-B6345002C53F}"/>
              </a:ext>
            </a:extLst>
          </p:cNvPr>
          <p:cNvSpPr txBox="1"/>
          <p:nvPr/>
        </p:nvSpPr>
        <p:spPr>
          <a:xfrm>
            <a:off x="3744287" y="4724568"/>
            <a:ext cx="1914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Memory, delays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DA645A-082A-8E4A-B702-50CCA95DCA4B}"/>
              </a:ext>
            </a:extLst>
          </p:cNvPr>
          <p:cNvSpPr txBox="1"/>
          <p:nvPr/>
        </p:nvSpPr>
        <p:spPr>
          <a:xfrm>
            <a:off x="3821373" y="4320625"/>
            <a:ext cx="1650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B7E3FA-1B92-0D47-BFC3-4638F1F2057D}"/>
              </a:ext>
            </a:extLst>
          </p:cNvPr>
          <p:cNvSpPr txBox="1"/>
          <p:nvPr/>
        </p:nvSpPr>
        <p:spPr>
          <a:xfrm>
            <a:off x="8906041" y="3006908"/>
            <a:ext cx="188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Examples?</a:t>
            </a:r>
          </a:p>
        </p:txBody>
      </p:sp>
    </p:spTree>
    <p:extLst>
      <p:ext uri="{BB962C8B-B14F-4D97-AF65-F5344CB8AC3E}">
        <p14:creationId xmlns:p14="http://schemas.microsoft.com/office/powerpoint/2010/main" val="2691247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4" grpId="0"/>
      <p:bldP spid="15" grpId="0"/>
      <p:bldP spid="16" grpId="0" animBg="1"/>
      <p:bldP spid="3" grpId="0"/>
      <p:bldP spid="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906B4-6A54-2B4D-A2F5-F0D450B26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equations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5E7FB-D816-0B4B-8C0C-32276FA68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385427"/>
            <a:ext cx="4980859" cy="524800"/>
          </a:xfrm>
        </p:spPr>
        <p:txBody>
          <a:bodyPr/>
          <a:lstStyle/>
          <a:p>
            <a:pPr marL="152396" indent="0">
              <a:buNone/>
            </a:pPr>
            <a:r>
              <a:rPr lang="en-US" dirty="0"/>
              <a:t>Describe how a system changes over time.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3ADEB-072C-054A-9D29-3A5BA811BD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4</a:t>
            </a:fld>
            <a:endParaRPr lang="e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1AF32F-8267-C648-91AC-FBE9D7312D35}"/>
                  </a:ext>
                </a:extLst>
              </p:cNvPr>
              <p:cNvSpPr txBox="1"/>
              <p:nvPr/>
            </p:nvSpPr>
            <p:spPr>
              <a:xfrm>
                <a:off x="269822" y="2410679"/>
                <a:ext cx="2464393" cy="105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sz="36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3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GB" sz="36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1AF32F-8267-C648-91AC-FBE9D7312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822" y="2410679"/>
                <a:ext cx="2464393" cy="1051826"/>
              </a:xfrm>
              <a:prstGeom prst="rect">
                <a:avLst/>
              </a:prstGeom>
              <a:blipFill>
                <a:blip r:embed="rId2"/>
                <a:stretch>
                  <a:fillRect l="-4103" t="-1190" r="-564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66CA45-7931-E640-B3C0-077072054217}"/>
                  </a:ext>
                </a:extLst>
              </p:cNvPr>
              <p:cNvSpPr txBox="1"/>
              <p:nvPr/>
            </p:nvSpPr>
            <p:spPr>
              <a:xfrm>
                <a:off x="158506" y="3598980"/>
                <a:ext cx="2356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4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Compartments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66CA45-7931-E640-B3C0-077072054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06" y="3598980"/>
                <a:ext cx="2356863" cy="369332"/>
              </a:xfrm>
              <a:prstGeom prst="rect">
                <a:avLst/>
              </a:prstGeom>
              <a:blipFill>
                <a:blip r:embed="rId3"/>
                <a:stretch>
                  <a:fillRect l="-2139" r="-320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837DA8-BD9D-1648-83AC-87C1BEB062A1}"/>
                  </a:ext>
                </a:extLst>
              </p:cNvPr>
              <p:cNvSpPr txBox="1"/>
              <p:nvPr/>
            </p:nvSpPr>
            <p:spPr>
              <a:xfrm>
                <a:off x="249862" y="4534728"/>
                <a:ext cx="1940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sz="2400" b="0" i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400" dirty="0"/>
                  <a:t> Parameters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837DA8-BD9D-1648-83AC-87C1BEB06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862" y="4534728"/>
                <a:ext cx="1940659" cy="369332"/>
              </a:xfrm>
              <a:prstGeom prst="rect">
                <a:avLst/>
              </a:prstGeom>
              <a:blipFill>
                <a:blip r:embed="rId4"/>
                <a:stretch>
                  <a:fillRect l="-5195" t="-27586" r="-8442" b="-48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3D51DC-04DE-6E46-A53B-C2C19FCA396C}"/>
                  </a:ext>
                </a:extLst>
              </p:cNvPr>
              <p:cNvSpPr txBox="1"/>
              <p:nvPr/>
            </p:nvSpPr>
            <p:spPr>
              <a:xfrm>
                <a:off x="249862" y="4081646"/>
                <a:ext cx="9191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GB" sz="2400" b="0" dirty="0">
                    <a:solidFill>
                      <a:srgbClr val="7030A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400" dirty="0"/>
                  <a:t> Time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3D51DC-04DE-6E46-A53B-C2C19FCA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862" y="4081646"/>
                <a:ext cx="919162" cy="369332"/>
              </a:xfrm>
              <a:prstGeom prst="rect">
                <a:avLst/>
              </a:prstGeom>
              <a:blipFill>
                <a:blip r:embed="rId5"/>
                <a:stretch>
                  <a:fillRect l="-20270" t="-26667" r="-18919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E0BBBA-C40C-6942-837C-F93F5A35737F}"/>
                  </a:ext>
                </a:extLst>
              </p:cNvPr>
              <p:cNvSpPr txBox="1"/>
              <p:nvPr/>
            </p:nvSpPr>
            <p:spPr>
              <a:xfrm>
                <a:off x="2998815" y="2270407"/>
                <a:ext cx="2785057" cy="14024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4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4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sz="48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4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4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GB" sz="4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48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E0BBBA-C40C-6942-837C-F93F5A35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815" y="2270407"/>
                <a:ext cx="2785057" cy="1402435"/>
              </a:xfrm>
              <a:prstGeom prst="rect">
                <a:avLst/>
              </a:prstGeom>
              <a:blipFill>
                <a:blip r:embed="rId6"/>
                <a:stretch>
                  <a:fillRect l="-4545" t="-893" r="-409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313D3854-C9F6-AB4C-BF7A-A94B168E6F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1010" y="2469530"/>
            <a:ext cx="3211562" cy="112570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6EE333B-FBB9-5E4A-A6AB-A84B9CEF21DD}"/>
              </a:ext>
            </a:extLst>
          </p:cNvPr>
          <p:cNvSpPr txBox="1"/>
          <p:nvPr/>
        </p:nvSpPr>
        <p:spPr>
          <a:xfrm>
            <a:off x="4152987" y="1825884"/>
            <a:ext cx="20420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I spend a fixed percentage of my savings over time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140669-97BF-C541-B2F9-CC0D34D57BF9}"/>
              </a:ext>
            </a:extLst>
          </p:cNvPr>
          <p:cNvSpPr txBox="1"/>
          <p:nvPr/>
        </p:nvSpPr>
        <p:spPr>
          <a:xfrm>
            <a:off x="158506" y="6002354"/>
            <a:ext cx="6180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In essence, a differential equation describes flows, and our task is to accumulate </a:t>
            </a:r>
            <a:r>
              <a:rPr lang="en-US" dirty="0">
                <a:solidFill>
                  <a:schemeClr val="accent3"/>
                </a:solidFill>
              </a:rPr>
              <a:t>(integrate</a:t>
            </a:r>
            <a:r>
              <a:rPr lang="en-US" dirty="0">
                <a:solidFill>
                  <a:schemeClr val="accent5"/>
                </a:solidFill>
              </a:rPr>
              <a:t>) them over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29F6094-BAAF-8441-90BE-C8EAA630387C}"/>
                  </a:ext>
                </a:extLst>
              </p:cNvPr>
              <p:cNvSpPr txBox="1"/>
              <p:nvPr/>
            </p:nvSpPr>
            <p:spPr>
              <a:xfrm>
                <a:off x="2998815" y="4405612"/>
                <a:ext cx="2425985" cy="14024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4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sz="4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sz="4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sz="48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4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GB" sz="4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48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29F6094-BAAF-8441-90BE-C8EAA6303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815" y="4405612"/>
                <a:ext cx="2425985" cy="1402435"/>
              </a:xfrm>
              <a:prstGeom prst="rect">
                <a:avLst/>
              </a:prstGeom>
              <a:blipFill>
                <a:blip r:embed="rId8"/>
                <a:stretch>
                  <a:fillRect l="-5208" t="-1802" r="-6771" b="-14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C3C9D856-3B6A-DE44-AB22-3BFF31B82A6C}"/>
              </a:ext>
            </a:extLst>
          </p:cNvPr>
          <p:cNvSpPr/>
          <p:nvPr/>
        </p:nvSpPr>
        <p:spPr>
          <a:xfrm>
            <a:off x="111268" y="1910227"/>
            <a:ext cx="2674627" cy="3440866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E57BBF6-9FEB-8646-876F-5B7956A934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6067" y="4405612"/>
            <a:ext cx="3746500" cy="12954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56745D8-1F73-374D-9C33-026568A64D88}"/>
              </a:ext>
            </a:extLst>
          </p:cNvPr>
          <p:cNvSpPr txBox="1"/>
          <p:nvPr/>
        </p:nvSpPr>
        <p:spPr>
          <a:xfrm>
            <a:off x="4118767" y="3875957"/>
            <a:ext cx="23794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I get interest payments at a fixed rate of my savings over time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C40B6ED-56D7-5F4A-85AE-859859AED26F}"/>
              </a:ext>
            </a:extLst>
          </p:cNvPr>
          <p:cNvSpPr/>
          <p:nvPr/>
        </p:nvSpPr>
        <p:spPr>
          <a:xfrm>
            <a:off x="4422098" y="2620621"/>
            <a:ext cx="1361773" cy="88167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EC54E42-05CD-094C-B83C-0DC69519D820}"/>
              </a:ext>
            </a:extLst>
          </p:cNvPr>
          <p:cNvSpPr/>
          <p:nvPr/>
        </p:nvSpPr>
        <p:spPr>
          <a:xfrm>
            <a:off x="7594074" y="2656881"/>
            <a:ext cx="1361773" cy="88167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F58803D-AB9F-DE4F-8A04-99B193743BF7}"/>
              </a:ext>
            </a:extLst>
          </p:cNvPr>
          <p:cNvSpPr/>
          <p:nvPr/>
        </p:nvSpPr>
        <p:spPr>
          <a:xfrm>
            <a:off x="4381253" y="4763145"/>
            <a:ext cx="1043548" cy="88167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378C459-440F-B342-9CF0-D00005B4EFC1}"/>
              </a:ext>
            </a:extLst>
          </p:cNvPr>
          <p:cNvSpPr/>
          <p:nvPr/>
        </p:nvSpPr>
        <p:spPr>
          <a:xfrm>
            <a:off x="6068643" y="4706954"/>
            <a:ext cx="1361773" cy="88167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7C53E6-3A9E-1F4E-A1C5-6254556F3C81}"/>
              </a:ext>
            </a:extLst>
          </p:cNvPr>
          <p:cNvSpPr txBox="1"/>
          <p:nvPr/>
        </p:nvSpPr>
        <p:spPr>
          <a:xfrm>
            <a:off x="6438304" y="3152397"/>
            <a:ext cx="1027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5B573A"/>
                </a:solidFill>
              </a:rPr>
              <a:t>Savings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3238FC-FD4B-E740-8E31-5EB88432AED4}"/>
              </a:ext>
            </a:extLst>
          </p:cNvPr>
          <p:cNvSpPr txBox="1"/>
          <p:nvPr/>
        </p:nvSpPr>
        <p:spPr>
          <a:xfrm>
            <a:off x="8025374" y="5258500"/>
            <a:ext cx="1027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5B573A"/>
                </a:solidFill>
              </a:rPr>
              <a:t>Savings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45ED60-FF21-264E-ABE9-38BA984E15E3}"/>
              </a:ext>
            </a:extLst>
          </p:cNvPr>
          <p:cNvSpPr txBox="1"/>
          <p:nvPr/>
        </p:nvSpPr>
        <p:spPr>
          <a:xfrm>
            <a:off x="6749529" y="6168744"/>
            <a:ext cx="245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Notice the languages.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66AF52BC-A4A2-0640-9345-FB73B9C1CA7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6996" y="2183318"/>
            <a:ext cx="2286000" cy="18288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8EEDEED5-378E-6F49-9EE0-AFB9ABA513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79336" y="4233391"/>
            <a:ext cx="2286000" cy="1828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46049F6-0F2E-EA40-BE8D-19478AA85A9F}"/>
                  </a:ext>
                </a:extLst>
              </p:cNvPr>
              <p:cNvSpPr txBox="1"/>
              <p:nvPr/>
            </p:nvSpPr>
            <p:spPr>
              <a:xfrm>
                <a:off x="9998201" y="1813986"/>
                <a:ext cx="15770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GB" sz="1800" b="0" i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⁡(−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46049F6-0F2E-EA40-BE8D-19478AA85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8201" y="1813986"/>
                <a:ext cx="1577018" cy="369332"/>
              </a:xfrm>
              <a:prstGeom prst="rect">
                <a:avLst/>
              </a:prstGeom>
              <a:blipFill>
                <a:blip r:embed="rId12"/>
                <a:stretch>
                  <a:fillRect b="-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F1D7590-5A2D-5D4C-AAF2-DB40D533B436}"/>
                  </a:ext>
                </a:extLst>
              </p:cNvPr>
              <p:cNvSpPr txBox="1"/>
              <p:nvPr/>
            </p:nvSpPr>
            <p:spPr>
              <a:xfrm>
                <a:off x="9998201" y="6098798"/>
                <a:ext cx="15770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GB" sz="1800" b="0" i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F1D7590-5A2D-5D4C-AAF2-DB40D533B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8201" y="6098798"/>
                <a:ext cx="1577018" cy="369332"/>
              </a:xfrm>
              <a:prstGeom prst="rect">
                <a:avLst/>
              </a:prstGeom>
              <a:blipFill>
                <a:blip r:embed="rId1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050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25" grpId="0"/>
      <p:bldP spid="26" grpId="0"/>
      <p:bldP spid="27" grpId="0"/>
      <p:bldP spid="28" grpId="0" animBg="1"/>
      <p:bldP spid="30" grpId="0"/>
      <p:bldP spid="31" grpId="0" animBg="1"/>
      <p:bldP spid="32" grpId="0" animBg="1"/>
      <p:bldP spid="33" grpId="0" animBg="1"/>
      <p:bldP spid="34" grpId="0" animBg="1"/>
      <p:bldP spid="35" grpId="0"/>
      <p:bldP spid="36" grpId="0"/>
      <p:bldP spid="38" grpId="0"/>
      <p:bldP spid="46" grpId="0"/>
      <p:bldP spid="4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D300B-A781-874A-8A80-9B43C0FC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FAEB4-1FDA-FE4F-A390-39565A2377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5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5F1A33-8351-2B48-B9CE-7DD499AAD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3" y="1952546"/>
            <a:ext cx="8271124" cy="12121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683EE3D-183A-D049-93CE-8E9F6EE89B29}"/>
                  </a:ext>
                </a:extLst>
              </p:cNvPr>
              <p:cNvSpPr txBox="1"/>
              <p:nvPr/>
            </p:nvSpPr>
            <p:spPr>
              <a:xfrm>
                <a:off x="5526695" y="1606300"/>
                <a:ext cx="70763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683EE3D-183A-D049-93CE-8E9F6EE89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695" y="1606300"/>
                <a:ext cx="707630" cy="553998"/>
              </a:xfrm>
              <a:prstGeom prst="rect">
                <a:avLst/>
              </a:prstGeom>
              <a:blipFill>
                <a:blip r:embed="rId3"/>
                <a:stretch>
                  <a:fillRect l="-1228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E8AC593-7BD3-B14F-AB53-6654138F47CB}"/>
              </a:ext>
            </a:extLst>
          </p:cNvPr>
          <p:cNvSpPr txBox="1"/>
          <p:nvPr/>
        </p:nvSpPr>
        <p:spPr>
          <a:xfrm>
            <a:off x="5291617" y="2832917"/>
            <a:ext cx="1381523" cy="373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Recoveries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77237A-AEE2-A94A-A858-3BD670504B3A}"/>
              </a:ext>
            </a:extLst>
          </p:cNvPr>
          <p:cNvSpPr txBox="1"/>
          <p:nvPr/>
        </p:nvSpPr>
        <p:spPr>
          <a:xfrm>
            <a:off x="2102658" y="2790816"/>
            <a:ext cx="1381523" cy="373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Infections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D5265A-7115-7644-BACC-17671137D79D}"/>
                  </a:ext>
                </a:extLst>
              </p:cNvPr>
              <p:cNvSpPr txBox="1"/>
              <p:nvPr/>
            </p:nvSpPr>
            <p:spPr>
              <a:xfrm>
                <a:off x="2215953" y="1641796"/>
                <a:ext cx="94506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3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D5265A-7115-7644-BACC-17671137D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953" y="1641796"/>
                <a:ext cx="945067" cy="553998"/>
              </a:xfrm>
              <a:prstGeom prst="rect">
                <a:avLst/>
              </a:prstGeom>
              <a:blipFill>
                <a:blip r:embed="rId4"/>
                <a:stretch>
                  <a:fillRect l="-9211" b="-15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07ABA6F-AF61-BE4F-9D39-4C074F6022AE}"/>
                  </a:ext>
                </a:extLst>
              </p:cNvPr>
              <p:cNvSpPr txBox="1"/>
              <p:nvPr/>
            </p:nvSpPr>
            <p:spPr>
              <a:xfrm>
                <a:off x="3006244" y="1064967"/>
                <a:ext cx="1157176" cy="6989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400" b="0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GB" sz="2400" b="0" i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b="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GB" sz="2400" b="0" i="1" smtClean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GB" sz="2400" b="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sz="24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07ABA6F-AF61-BE4F-9D39-4C074F602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244" y="1064967"/>
                <a:ext cx="1157176" cy="698974"/>
              </a:xfrm>
              <a:prstGeom prst="rect">
                <a:avLst/>
              </a:prstGeom>
              <a:blipFill>
                <a:blip r:embed="rId5"/>
                <a:stretch>
                  <a:fillRect l="-5435" t="-5455"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5348BF4-6969-8A4B-8903-38552B3F53A0}"/>
              </a:ext>
            </a:extLst>
          </p:cNvPr>
          <p:cNvSpPr txBox="1"/>
          <p:nvPr/>
        </p:nvSpPr>
        <p:spPr>
          <a:xfrm>
            <a:off x="163789" y="3653854"/>
            <a:ext cx="113608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solidFill>
                  <a:schemeClr val="bg2"/>
                </a:solidFill>
              </a:rPr>
              <a:t>In most cases, ODEs cannot be solved analytically, and we must resort to </a:t>
            </a:r>
            <a:r>
              <a:rPr lang="en-US" sz="2000" dirty="0">
                <a:solidFill>
                  <a:schemeClr val="accent5"/>
                </a:solidFill>
              </a:rPr>
              <a:t>numerical approximations</a:t>
            </a:r>
            <a:r>
              <a:rPr lang="en-US" sz="2000" dirty="0">
                <a:solidFill>
                  <a:schemeClr val="bg2"/>
                </a:solidFill>
              </a:rPr>
              <a:t>.</a:t>
            </a:r>
          </a:p>
          <a:p>
            <a:endParaRPr lang="en-US" sz="2000" dirty="0">
              <a:solidFill>
                <a:schemeClr val="bg2"/>
              </a:solidFill>
            </a:endParaRPr>
          </a:p>
          <a:p>
            <a:pPr algn="just"/>
            <a:r>
              <a:rPr lang="en-IE" sz="2000" dirty="0">
                <a:solidFill>
                  <a:schemeClr val="bg2"/>
                </a:solidFill>
              </a:rPr>
              <a:t>Instead of solving an ODE with an exact formula, we </a:t>
            </a:r>
            <a:r>
              <a:rPr lang="en-IE" sz="2000" b="1" dirty="0">
                <a:solidFill>
                  <a:schemeClr val="accent5"/>
                </a:solidFill>
              </a:rPr>
              <a:t>approximate</a:t>
            </a:r>
            <a:r>
              <a:rPr lang="en-IE" sz="2000" dirty="0">
                <a:solidFill>
                  <a:schemeClr val="bg2"/>
                </a:solidFill>
              </a:rPr>
              <a:t> the solution by computing how it changes over </a:t>
            </a:r>
            <a:r>
              <a:rPr lang="en-IE" sz="2000" dirty="0">
                <a:solidFill>
                  <a:schemeClr val="accent5"/>
                </a:solidFill>
              </a:rPr>
              <a:t>small time steps</a:t>
            </a:r>
            <a:r>
              <a:rPr lang="en-IE" sz="2000" dirty="0">
                <a:solidFill>
                  <a:schemeClr val="bg2"/>
                </a:solidFill>
              </a:rPr>
              <a:t>.</a:t>
            </a:r>
          </a:p>
          <a:p>
            <a:endParaRPr lang="en-IE" sz="2000" dirty="0">
              <a:solidFill>
                <a:schemeClr val="bg2"/>
              </a:solidFill>
            </a:endParaRPr>
          </a:p>
          <a:p>
            <a:pPr algn="just"/>
            <a:r>
              <a:rPr lang="en-IE" sz="2000" dirty="0">
                <a:solidFill>
                  <a:schemeClr val="bg2"/>
                </a:solidFill>
              </a:rPr>
              <a:t>Common numerical methods for solving ODEs include </a:t>
            </a:r>
            <a:r>
              <a:rPr lang="en-IE" sz="2000" dirty="0">
                <a:solidFill>
                  <a:schemeClr val="accent4"/>
                </a:solidFill>
              </a:rPr>
              <a:t>Euler’s method</a:t>
            </a:r>
            <a:r>
              <a:rPr lang="en-IE" sz="2000" dirty="0">
                <a:solidFill>
                  <a:schemeClr val="bg2"/>
                </a:solidFill>
              </a:rPr>
              <a:t>, Runge-</a:t>
            </a:r>
            <a:r>
              <a:rPr lang="en-IE" sz="2000" dirty="0" err="1">
                <a:solidFill>
                  <a:schemeClr val="bg2"/>
                </a:solidFill>
              </a:rPr>
              <a:t>Kutta</a:t>
            </a:r>
            <a:r>
              <a:rPr lang="en-IE" sz="2000" dirty="0">
                <a:solidFill>
                  <a:schemeClr val="bg2"/>
                </a:solidFill>
              </a:rPr>
              <a:t> methods, adaptive step-size algorithms, and multistep methods, each balancing simplicity, accuracy, and computational cost.</a:t>
            </a:r>
            <a:endParaRPr lang="en-US" sz="2000" dirty="0">
              <a:solidFill>
                <a:schemeClr val="bg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33FAC1F-55DD-6B43-85F9-B7DD4CDAA87D}"/>
                  </a:ext>
                </a:extLst>
              </p:cNvPr>
              <p:cNvSpPr txBox="1"/>
              <p:nvPr/>
            </p:nvSpPr>
            <p:spPr>
              <a:xfrm>
                <a:off x="9503514" y="1273578"/>
                <a:ext cx="142526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33FAC1F-55DD-6B43-85F9-B7DD4CDA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3514" y="1273578"/>
                <a:ext cx="1425262" cy="525978"/>
              </a:xfrm>
              <a:prstGeom prst="rect">
                <a:avLst/>
              </a:prstGeom>
              <a:blipFill>
                <a:blip r:embed="rId6"/>
                <a:stretch>
                  <a:fillRect l="-3540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FFC5E9-8032-8149-9C0B-D2B076134EA9}"/>
                  </a:ext>
                </a:extLst>
              </p:cNvPr>
              <p:cNvSpPr txBox="1"/>
              <p:nvPr/>
            </p:nvSpPr>
            <p:spPr>
              <a:xfrm>
                <a:off x="9503514" y="2025727"/>
                <a:ext cx="178786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GB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FFC5E9-8032-8149-9C0B-D2B07613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3514" y="2025727"/>
                <a:ext cx="1787862" cy="525978"/>
              </a:xfrm>
              <a:prstGeom prst="rect">
                <a:avLst/>
              </a:prstGeom>
              <a:blipFill>
                <a:blip r:embed="rId7"/>
                <a:stretch>
                  <a:fillRect l="-2837" t="-4651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6A6FF4-FCC2-DB4F-9850-2AB0979B4B63}"/>
                  </a:ext>
                </a:extLst>
              </p:cNvPr>
              <p:cNvSpPr txBox="1"/>
              <p:nvPr/>
            </p:nvSpPr>
            <p:spPr>
              <a:xfrm>
                <a:off x="9503514" y="2857901"/>
                <a:ext cx="1021369" cy="525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6A6FF4-FCC2-DB4F-9850-2AB0979B4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3514" y="2857901"/>
                <a:ext cx="1021369" cy="525913"/>
              </a:xfrm>
              <a:prstGeom prst="rect">
                <a:avLst/>
              </a:prstGeom>
              <a:blipFill>
                <a:blip r:embed="rId8"/>
                <a:stretch>
                  <a:fillRect l="-4938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EAA46182-888C-2F4B-BD05-C12EF8BCDA26}"/>
              </a:ext>
            </a:extLst>
          </p:cNvPr>
          <p:cNvSpPr/>
          <p:nvPr/>
        </p:nvSpPr>
        <p:spPr>
          <a:xfrm>
            <a:off x="10687987" y="1943259"/>
            <a:ext cx="707630" cy="75541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C591F93-45B9-A648-B551-910475BAF1AB}"/>
              </a:ext>
            </a:extLst>
          </p:cNvPr>
          <p:cNvSpPr/>
          <p:nvPr/>
        </p:nvSpPr>
        <p:spPr>
          <a:xfrm>
            <a:off x="10171068" y="2831955"/>
            <a:ext cx="353815" cy="64201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08A1766-F45B-5D49-8E9F-2757512BDA03}"/>
              </a:ext>
            </a:extLst>
          </p:cNvPr>
          <p:cNvSpPr/>
          <p:nvPr/>
        </p:nvSpPr>
        <p:spPr>
          <a:xfrm>
            <a:off x="10171067" y="1166974"/>
            <a:ext cx="876683" cy="75541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8BD35E1-98E4-DA42-9769-4D93EDB221EB}"/>
              </a:ext>
            </a:extLst>
          </p:cNvPr>
          <p:cNvSpPr/>
          <p:nvPr/>
        </p:nvSpPr>
        <p:spPr>
          <a:xfrm>
            <a:off x="10010606" y="1905860"/>
            <a:ext cx="876683" cy="75541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2" grpId="0"/>
      <p:bldP spid="17" grpId="0" animBg="1"/>
      <p:bldP spid="18" grpId="0" animBg="1"/>
      <p:bldP spid="19" grpId="0" animBg="1"/>
      <p:bldP spid="19" grpId="1" animBg="1"/>
      <p:bldP spid="20" grpId="0" animBg="1"/>
      <p:bldP spid="20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92D9-BD8F-A749-9CBC-55A46192E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deSolve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DD988-CD00-A74F-9FD7-2DBC662FA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688433"/>
            <a:ext cx="11360800" cy="1232188"/>
          </a:xfrm>
        </p:spPr>
        <p:txBody>
          <a:bodyPr/>
          <a:lstStyle/>
          <a:p>
            <a:pPr marL="152396" indent="0" algn="just">
              <a:buNone/>
            </a:pPr>
            <a:r>
              <a:rPr lang="en-US" dirty="0" err="1"/>
              <a:t>deSolve</a:t>
            </a:r>
            <a:r>
              <a:rPr lang="en-US" dirty="0"/>
              <a:t> is an </a:t>
            </a:r>
            <a:r>
              <a:rPr lang="en-US" dirty="0">
                <a:solidFill>
                  <a:schemeClr val="accent5"/>
                </a:solidFill>
              </a:rPr>
              <a:t>R package </a:t>
            </a:r>
            <a:r>
              <a:rPr lang="en-US" dirty="0"/>
              <a:t>that provides functions for numerically solving </a:t>
            </a:r>
            <a:r>
              <a:rPr lang="en-US" dirty="0">
                <a:solidFill>
                  <a:schemeClr val="accent5"/>
                </a:solidFill>
              </a:rPr>
              <a:t>ordinary differential equations (ODEs), </a:t>
            </a:r>
            <a:r>
              <a:rPr lang="en-US" dirty="0"/>
              <a:t>delay differential equations (DDEs), and partial differential equations (PDEs) using efficient and flexible integration methods.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41A26-4398-7C4D-8261-CE0F57610E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6</a:t>
            </a:fld>
            <a:endParaRPr lang="e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C1E0D-39D1-5749-A7D6-45DA85E5E52C}"/>
              </a:ext>
            </a:extLst>
          </p:cNvPr>
          <p:cNvSpPr txBox="1"/>
          <p:nvPr/>
        </p:nvSpPr>
        <p:spPr>
          <a:xfrm>
            <a:off x="3776694" y="3924618"/>
            <a:ext cx="93350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i="1" dirty="0">
                <a:solidFill>
                  <a:schemeClr val="accent5"/>
                </a:solidFill>
              </a:rPr>
              <a:t>ode</a:t>
            </a:r>
            <a:r>
              <a:rPr lang="en-US" sz="3600" dirty="0">
                <a:solidFill>
                  <a:schemeClr val="accent5"/>
                </a:solidFill>
              </a:rPr>
              <a:t>(y, times, </a:t>
            </a:r>
            <a:r>
              <a:rPr lang="en-US" sz="3600" dirty="0" err="1">
                <a:solidFill>
                  <a:schemeClr val="accent5"/>
                </a:solidFill>
              </a:rPr>
              <a:t>func</a:t>
            </a:r>
            <a:r>
              <a:rPr lang="en-US" sz="3600" dirty="0">
                <a:solidFill>
                  <a:schemeClr val="accent5"/>
                </a:solidFill>
              </a:rPr>
              <a:t>, </a:t>
            </a:r>
            <a:r>
              <a:rPr lang="en-US" sz="3600" dirty="0" err="1">
                <a:solidFill>
                  <a:schemeClr val="accent5"/>
                </a:solidFill>
              </a:rPr>
              <a:t>parms</a:t>
            </a:r>
            <a:r>
              <a:rPr lang="en-US" sz="3600" dirty="0">
                <a:solidFill>
                  <a:schemeClr val="accent5"/>
                </a:solidFill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BE7FB1-5F42-E94D-A7A5-FAE768AE9692}"/>
              </a:ext>
            </a:extLst>
          </p:cNvPr>
          <p:cNvSpPr txBox="1"/>
          <p:nvPr/>
        </p:nvSpPr>
        <p:spPr>
          <a:xfrm>
            <a:off x="415600" y="6020012"/>
            <a:ext cx="6196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Named vector </a:t>
            </a:r>
            <a:r>
              <a:rPr lang="en-US" dirty="0"/>
              <a:t>with the initial values of the compartments.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1F7739-2BC3-1244-B371-CF0A5032F2EF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513642" y="4615796"/>
            <a:ext cx="1344961" cy="1404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5B5B5F9-1232-5E4D-AB91-6AAD6986678F}"/>
              </a:ext>
            </a:extLst>
          </p:cNvPr>
          <p:cNvSpPr txBox="1"/>
          <p:nvPr/>
        </p:nvSpPr>
        <p:spPr>
          <a:xfrm>
            <a:off x="5338392" y="5329773"/>
            <a:ext cx="6438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5"/>
                </a:solidFill>
              </a:rPr>
              <a:t>Numeric vector </a:t>
            </a:r>
            <a:r>
              <a:rPr lang="en-US" dirty="0"/>
              <a:t>of time points to solve over. The more points, the more accurate the solution will be.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2D9B72-EAD9-4644-87B3-E626F58CAC50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6096002" y="4532643"/>
            <a:ext cx="2461394" cy="79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6337317-AE4F-A943-81AC-079818A181E0}"/>
              </a:ext>
            </a:extLst>
          </p:cNvPr>
          <p:cNvSpPr txBox="1"/>
          <p:nvPr/>
        </p:nvSpPr>
        <p:spPr>
          <a:xfrm>
            <a:off x="586854" y="2777231"/>
            <a:ext cx="69975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E" dirty="0"/>
              <a:t>A user-defined </a:t>
            </a:r>
            <a:r>
              <a:rPr lang="en-IE" b="1" dirty="0"/>
              <a:t>function</a:t>
            </a:r>
            <a:r>
              <a:rPr lang="en-IE" dirty="0"/>
              <a:t> that returns a </a:t>
            </a:r>
            <a:r>
              <a:rPr lang="en-IE" dirty="0">
                <a:solidFill>
                  <a:schemeClr val="accent5"/>
                </a:solidFill>
              </a:rPr>
              <a:t>list of derivatives</a:t>
            </a:r>
            <a:r>
              <a:rPr lang="en-IE" dirty="0"/>
              <a:t>. Essentially, the </a:t>
            </a:r>
            <a:r>
              <a:rPr lang="en-IE" dirty="0">
                <a:solidFill>
                  <a:schemeClr val="accent1"/>
                </a:solidFill>
              </a:rPr>
              <a:t>model</a:t>
            </a:r>
            <a:r>
              <a:rPr lang="en-IE" dirty="0"/>
              <a:t>. The list of derivates must be in the </a:t>
            </a:r>
            <a:r>
              <a:rPr lang="en-IE" dirty="0">
                <a:solidFill>
                  <a:schemeClr val="accent5"/>
                </a:solidFill>
              </a:rPr>
              <a:t>same order as y</a:t>
            </a:r>
            <a:r>
              <a:rPr lang="en-IE" dirty="0"/>
              <a:t>.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B3C3AA-7AC5-A64E-AE40-6EBB6F1670D0}"/>
              </a:ext>
            </a:extLst>
          </p:cNvPr>
          <p:cNvCxnSpPr>
            <a:cxnSpLocks/>
          </p:cNvCxnSpPr>
          <p:nvPr/>
        </p:nvCxnSpPr>
        <p:spPr>
          <a:xfrm>
            <a:off x="4203510" y="3443519"/>
            <a:ext cx="2292824" cy="696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8EA11F0-0E18-A849-B751-EA7CA15AD09D}"/>
              </a:ext>
            </a:extLst>
          </p:cNvPr>
          <p:cNvSpPr txBox="1"/>
          <p:nvPr/>
        </p:nvSpPr>
        <p:spPr>
          <a:xfrm>
            <a:off x="8493790" y="3087777"/>
            <a:ext cx="32826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accent5"/>
                </a:solidFill>
              </a:rPr>
              <a:t>Named vector </a:t>
            </a:r>
            <a:r>
              <a:rPr lang="en-US" dirty="0"/>
              <a:t>of parameters used in the model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9FCCC3D-F815-0D43-957D-8468B06FC316}"/>
              </a:ext>
            </a:extLst>
          </p:cNvPr>
          <p:cNvCxnSpPr/>
          <p:nvPr/>
        </p:nvCxnSpPr>
        <p:spPr>
          <a:xfrm flipH="1">
            <a:off x="8557396" y="3700561"/>
            <a:ext cx="218114" cy="388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18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11" grpId="0"/>
      <p:bldP spid="18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6682E-9CB1-F54F-8857-06C5FE327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 conditions &amp; simulation interval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728B8-147D-9C4B-90C3-8B4788F02B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7</a:t>
            </a:fld>
            <a:endParaRPr lang="e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07702F-EE18-4B44-B06D-96D33389F714}"/>
              </a:ext>
            </a:extLst>
          </p:cNvPr>
          <p:cNvSpPr txBox="1"/>
          <p:nvPr/>
        </p:nvSpPr>
        <p:spPr>
          <a:xfrm>
            <a:off x="3431921" y="1481224"/>
            <a:ext cx="647657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i="1" dirty="0">
                <a:solidFill>
                  <a:schemeClr val="accent5"/>
                </a:solidFill>
              </a:rPr>
              <a:t>ode</a:t>
            </a:r>
            <a:r>
              <a:rPr lang="en-US" sz="3600" dirty="0">
                <a:solidFill>
                  <a:schemeClr val="accent5"/>
                </a:solidFill>
              </a:rPr>
              <a:t>(y         = compartments, </a:t>
            </a:r>
          </a:p>
          <a:p>
            <a:r>
              <a:rPr lang="en-US" sz="3600" dirty="0">
                <a:solidFill>
                  <a:schemeClr val="accent5"/>
                </a:solidFill>
              </a:rPr>
              <a:t>       times  = times, </a:t>
            </a:r>
          </a:p>
          <a:p>
            <a:r>
              <a:rPr lang="en-US" sz="3600" dirty="0">
                <a:solidFill>
                  <a:schemeClr val="accent5"/>
                </a:solidFill>
              </a:rPr>
              <a:t>       </a:t>
            </a:r>
            <a:r>
              <a:rPr lang="en-US" sz="3600" dirty="0" err="1">
                <a:solidFill>
                  <a:schemeClr val="accent5"/>
                </a:solidFill>
              </a:rPr>
              <a:t>func</a:t>
            </a:r>
            <a:r>
              <a:rPr lang="en-US" sz="3600" dirty="0">
                <a:solidFill>
                  <a:schemeClr val="accent5"/>
                </a:solidFill>
              </a:rPr>
              <a:t>    = SIR,</a:t>
            </a:r>
          </a:p>
          <a:p>
            <a:r>
              <a:rPr lang="en-US" sz="3600" dirty="0">
                <a:solidFill>
                  <a:schemeClr val="accent5"/>
                </a:solidFill>
              </a:rPr>
              <a:t>       </a:t>
            </a:r>
            <a:r>
              <a:rPr lang="en-US" sz="3600" dirty="0" err="1">
                <a:solidFill>
                  <a:schemeClr val="accent5"/>
                </a:solidFill>
              </a:rPr>
              <a:t>parms</a:t>
            </a:r>
            <a:r>
              <a:rPr lang="en-US" sz="3600" dirty="0">
                <a:solidFill>
                  <a:schemeClr val="accent5"/>
                </a:solidFill>
              </a:rPr>
              <a:t> = parameters)</a:t>
            </a:r>
          </a:p>
        </p:txBody>
      </p:sp>
      <p:pic>
        <p:nvPicPr>
          <p:cNvPr id="12" name="Picture 11" descr="A math equation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FCDDE8DD-DCD4-614B-ACB1-4A54301F8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955" y="4006472"/>
            <a:ext cx="7062343" cy="1093242"/>
          </a:xfrm>
          <a:prstGeom prst="rect">
            <a:avLst/>
          </a:prstGeom>
        </p:spPr>
      </p:pic>
      <p:pic>
        <p:nvPicPr>
          <p:cNvPr id="14" name="Picture 13" descr="A close up of text&#10;&#10;Description automatically generated">
            <a:extLst>
              <a:ext uri="{FF2B5EF4-FFF2-40B4-BE49-F238E27FC236}">
                <a16:creationId xmlns:a16="http://schemas.microsoft.com/office/drawing/2014/main" id="{050530B6-EB7C-8B42-BB46-25A99324E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55" y="5653637"/>
            <a:ext cx="5147811" cy="888339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90985A46-F8B1-2E4C-AFC6-8AC03D72C20F}"/>
              </a:ext>
            </a:extLst>
          </p:cNvPr>
          <p:cNvSpPr/>
          <p:nvPr/>
        </p:nvSpPr>
        <p:spPr>
          <a:xfrm>
            <a:off x="9503764" y="1536567"/>
            <a:ext cx="569626" cy="5424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211CE4-B9C1-034A-A888-328619FF518C}"/>
              </a:ext>
            </a:extLst>
          </p:cNvPr>
          <p:cNvSpPr/>
          <p:nvPr/>
        </p:nvSpPr>
        <p:spPr>
          <a:xfrm>
            <a:off x="267427" y="4281869"/>
            <a:ext cx="569626" cy="5424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1FDF6BE-99A2-454C-8D5A-636AA7FEF093}"/>
              </a:ext>
            </a:extLst>
          </p:cNvPr>
          <p:cNvSpPr/>
          <p:nvPr/>
        </p:nvSpPr>
        <p:spPr>
          <a:xfrm>
            <a:off x="7764485" y="2100252"/>
            <a:ext cx="569626" cy="54244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62F0740-DC77-6047-8007-FF7A6E33E360}"/>
              </a:ext>
            </a:extLst>
          </p:cNvPr>
          <p:cNvSpPr/>
          <p:nvPr/>
        </p:nvSpPr>
        <p:spPr>
          <a:xfrm>
            <a:off x="252017" y="5826582"/>
            <a:ext cx="569626" cy="54244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62EAAB-E48F-344F-9091-4000E6245167}"/>
              </a:ext>
            </a:extLst>
          </p:cNvPr>
          <p:cNvSpPr txBox="1"/>
          <p:nvPr/>
        </p:nvSpPr>
        <p:spPr>
          <a:xfrm>
            <a:off x="8427249" y="4177986"/>
            <a:ext cx="2962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Compartments and their initial values</a:t>
            </a:r>
          </a:p>
        </p:txBody>
      </p:sp>
      <p:pic>
        <p:nvPicPr>
          <p:cNvPr id="21" name="Picture 20" descr="A number on a blue background&#10;&#10;Description automatically generated">
            <a:extLst>
              <a:ext uri="{FF2B5EF4-FFF2-40B4-BE49-F238E27FC236}">
                <a16:creationId xmlns:a16="http://schemas.microsoft.com/office/drawing/2014/main" id="{BB4153FF-778B-A640-9BE8-505820E062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011" y="5585769"/>
            <a:ext cx="5105400" cy="8763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6A5738C-2854-1247-B8E1-9F239528919B}"/>
              </a:ext>
            </a:extLst>
          </p:cNvPr>
          <p:cNvSpPr txBox="1"/>
          <p:nvPr/>
        </p:nvSpPr>
        <p:spPr>
          <a:xfrm>
            <a:off x="1199213" y="5216437"/>
            <a:ext cx="3552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Simulate from time 0 to time 40</a:t>
            </a:r>
          </a:p>
        </p:txBody>
      </p:sp>
    </p:spTree>
    <p:extLst>
      <p:ext uri="{BB962C8B-B14F-4D97-AF65-F5344CB8AC3E}">
        <p14:creationId xmlns:p14="http://schemas.microsoft.com/office/powerpoint/2010/main" val="2346003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BC48-420B-D34F-B49B-2605CB85C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specification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E7C21-A1E0-5942-9FEB-4CC57BF3A7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8</a:t>
            </a:fld>
            <a:endParaRPr lang="e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ECEC47-0C85-4845-BE15-9040D179986C}"/>
              </a:ext>
            </a:extLst>
          </p:cNvPr>
          <p:cNvSpPr txBox="1"/>
          <p:nvPr/>
        </p:nvSpPr>
        <p:spPr>
          <a:xfrm>
            <a:off x="398314" y="1782788"/>
            <a:ext cx="53373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ode</a:t>
            </a:r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(y     = compartments, </a:t>
            </a:r>
          </a:p>
          <a:p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times = times, </a:t>
            </a:r>
          </a:p>
          <a:p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= </a:t>
            </a:r>
            <a:r>
              <a:rPr lang="en-US" sz="2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sir_model</a:t>
            </a:r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parms</a:t>
            </a:r>
            <a:r>
              <a:rPr lang="en-US" sz="2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parameters)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0509E0-829E-7841-AE10-B1C96D74DFBF}"/>
              </a:ext>
            </a:extLst>
          </p:cNvPr>
          <p:cNvSpPr/>
          <p:nvPr/>
        </p:nvSpPr>
        <p:spPr>
          <a:xfrm>
            <a:off x="689699" y="2638269"/>
            <a:ext cx="274099" cy="26832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D82BD9-41F0-6E4D-9D96-7E80B82F6DAF}"/>
              </a:ext>
            </a:extLst>
          </p:cNvPr>
          <p:cNvSpPr txBox="1"/>
          <p:nvPr/>
        </p:nvSpPr>
        <p:spPr>
          <a:xfrm>
            <a:off x="393917" y="3617701"/>
            <a:ext cx="745760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sir_model</a:t>
            </a:r>
            <a:r>
              <a:rPr lang="en-US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&lt;- </a:t>
            </a:r>
            <a:r>
              <a:rPr lang="en-US" sz="18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(time, compartments, parameters) {</a:t>
            </a: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with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as.list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(c(compartments, parameters)), {</a:t>
            </a:r>
          </a:p>
          <a:p>
            <a:endParaRPr lang="en-US" sz="1800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dS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par_beta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 S * I /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par_N</a:t>
            </a:r>
            <a:endParaRPr lang="en-US" sz="1800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par_beta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 S * I /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par_N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par_gamma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 I</a:t>
            </a: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par_gamma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 I</a:t>
            </a:r>
          </a:p>
          <a:p>
            <a:endParaRPr lang="en-US" sz="1800" dirty="0">
              <a:solidFill>
                <a:schemeClr val="bg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list(c(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dS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</a:t>
            </a:r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)))</a:t>
            </a: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})</a:t>
            </a:r>
          </a:p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14BC8-90AC-284E-9EB7-C3DA7E0985D6}"/>
              </a:ext>
            </a:extLst>
          </p:cNvPr>
          <p:cNvSpPr txBox="1"/>
          <p:nvPr/>
        </p:nvSpPr>
        <p:spPr>
          <a:xfrm>
            <a:off x="6228412" y="3919052"/>
            <a:ext cx="61009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400" dirty="0"/>
              <a:t>Allows refer to states and parameters </a:t>
            </a:r>
            <a:r>
              <a:rPr lang="en-IE" sz="1400" b="1" dirty="0"/>
              <a:t>by name</a:t>
            </a:r>
            <a:r>
              <a:rPr lang="en-IE" sz="1400" dirty="0"/>
              <a:t> directly inside the function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247B0-4062-6846-8D40-6D01B5027407}"/>
              </a:ext>
            </a:extLst>
          </p:cNvPr>
          <p:cNvSpPr txBox="1"/>
          <p:nvPr/>
        </p:nvSpPr>
        <p:spPr>
          <a:xfrm>
            <a:off x="5011710" y="5048862"/>
            <a:ext cx="8534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Otherwise, it would be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dR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&lt;- parameters[“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par_gamma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”] * compartments[“I”]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9D263F-0C40-C14F-BD8F-273C83B7F33D}"/>
              </a:ext>
            </a:extLst>
          </p:cNvPr>
          <p:cNvSpPr/>
          <p:nvPr/>
        </p:nvSpPr>
        <p:spPr>
          <a:xfrm>
            <a:off x="689699" y="3007704"/>
            <a:ext cx="274099" cy="268324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6B4BEB8-6D16-E345-871E-96A7C093CA62}"/>
              </a:ext>
            </a:extLst>
          </p:cNvPr>
          <p:cNvSpPr/>
          <p:nvPr/>
        </p:nvSpPr>
        <p:spPr>
          <a:xfrm>
            <a:off x="6838169" y="2530519"/>
            <a:ext cx="274099" cy="268324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pic>
        <p:nvPicPr>
          <p:cNvPr id="21" name="Picture 20" descr="A computer code with text&#10;&#10;Description automatically generated with medium confidence">
            <a:extLst>
              <a:ext uri="{FF2B5EF4-FFF2-40B4-BE49-F238E27FC236}">
                <a16:creationId xmlns:a16="http://schemas.microsoft.com/office/drawing/2014/main" id="{F1C53342-3E27-AD4D-8717-8CA0FE245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6611" y="2009672"/>
            <a:ext cx="3810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844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/>
      <p:bldP spid="12" grpId="0"/>
      <p:bldP spid="14" grpId="0"/>
      <p:bldP spid="16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AE47-3D19-C54A-8A3F-BFE5598AF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first simulation with </a:t>
            </a:r>
            <a:r>
              <a:rPr lang="en-US" dirty="0" err="1"/>
              <a:t>deSolve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B451-DBF5-4A43-8E1D-16B256E909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9</a:t>
            </a:fld>
            <a:endParaRPr lang="en"/>
          </a:p>
        </p:txBody>
      </p:sp>
      <p:pic>
        <p:nvPicPr>
          <p:cNvPr id="5" name="Picture 4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634AE2AB-87BA-2549-BC3F-213ECB373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00" y="2434946"/>
            <a:ext cx="2057400" cy="166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F5EDB5-1ACF-AF43-A17B-7B4CD11E5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127" y="3333325"/>
            <a:ext cx="4970134" cy="3313423"/>
          </a:xfrm>
          <a:prstGeom prst="rect">
            <a:avLst/>
          </a:prstGeom>
        </p:spPr>
      </p:pic>
      <p:pic>
        <p:nvPicPr>
          <p:cNvPr id="8" name="Picture 7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2BAD830D-7C87-9441-868B-E811B20F8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6" y="4612702"/>
            <a:ext cx="2685687" cy="16637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58FC20D-B9CE-AD42-9E64-26C7FA3994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76" y="1828872"/>
            <a:ext cx="8271124" cy="121214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960009-F64E-D941-AA1D-717CEBCCB3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3245" y="4253436"/>
            <a:ext cx="4000500" cy="147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063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9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r>
              <a:rPr lang="en" dirty="0">
                <a:latin typeface="Corbel"/>
                <a:ea typeface="Corbel"/>
                <a:cs typeface="Corbel"/>
                <a:sym typeface="Corbel"/>
              </a:rPr>
              <a:t>Final size</a:t>
            </a:r>
            <a:endParaRPr dirty="0"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498" name="Google Shape;498;p54"/>
          <p:cNvSpPr txBox="1"/>
          <p:nvPr/>
        </p:nvSpPr>
        <p:spPr>
          <a:xfrm>
            <a:off x="415600" y="5410097"/>
            <a:ext cx="3854417" cy="126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sz="2133" dirty="0">
                <a:latin typeface="Open Sans"/>
                <a:ea typeface="Open Sans"/>
                <a:cs typeface="Open Sans"/>
                <a:sym typeface="Open Sans"/>
              </a:rPr>
              <a:t>No changes in assumptions</a:t>
            </a:r>
            <a:endParaRPr sz="2133" dirty="0">
              <a:latin typeface="Open Sans"/>
              <a:ea typeface="Open Sans"/>
              <a:cs typeface="Open Sans"/>
              <a:sym typeface="Open Sans"/>
            </a:endParaRPr>
          </a:p>
          <a:p>
            <a:endParaRPr sz="2133" dirty="0">
              <a:latin typeface="Open Sans"/>
              <a:ea typeface="Open Sans"/>
              <a:cs typeface="Open Sans"/>
              <a:sym typeface="Open Sans"/>
            </a:endParaRPr>
          </a:p>
          <a:p>
            <a:r>
              <a:rPr lang="en" sz="2133" dirty="0">
                <a:latin typeface="Open Sans"/>
                <a:ea typeface="Open Sans"/>
                <a:cs typeface="Open Sans"/>
                <a:sym typeface="Open Sans"/>
              </a:rPr>
              <a:t>Transcendental equation</a:t>
            </a:r>
            <a:endParaRPr sz="2133" dirty="0">
              <a:latin typeface="Open Sans"/>
              <a:ea typeface="Open Sans"/>
              <a:cs typeface="Open Sans"/>
              <a:sym typeface="Open 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F47049-3655-2E49-9F34-6BD6C239C0B7}"/>
                  </a:ext>
                </a:extLst>
              </p:cNvPr>
              <p:cNvSpPr txBox="1"/>
              <p:nvPr/>
            </p:nvSpPr>
            <p:spPr>
              <a:xfrm>
                <a:off x="662065" y="4814567"/>
                <a:ext cx="543393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=1 −</m:t>
                    </m:r>
                    <m:r>
                      <m:rPr>
                        <m:sty m:val="p"/>
                      </m:rPr>
                      <a:rPr lang="en-GB" sz="3600" b="0" i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GB" sz="36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𝕽</m:t>
                        </m:r>
                      </m:e>
                      <m:sub>
                        <m:r>
                          <a:rPr lang="en-GB" sz="36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dirty="0">
                    <a:solidFill>
                      <a:srgbClr val="7030A0"/>
                    </a:solidFill>
                  </a:rPr>
                  <a:t> </a:t>
                </a:r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F47049-3655-2E49-9F34-6BD6C239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065" y="4814567"/>
                <a:ext cx="5433935" cy="646331"/>
              </a:xfrm>
              <a:prstGeom prst="rect">
                <a:avLst/>
              </a:prstGeom>
              <a:blipFill>
                <a:blip r:embed="rId3"/>
                <a:stretch>
                  <a:fillRect l="-466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2491025-73B3-8343-96D7-D2CDBE60CAB4}"/>
              </a:ext>
            </a:extLst>
          </p:cNvPr>
          <p:cNvGrpSpPr/>
          <p:nvPr/>
        </p:nvGrpSpPr>
        <p:grpSpPr>
          <a:xfrm>
            <a:off x="5493357" y="1792300"/>
            <a:ext cx="829448" cy="1895072"/>
            <a:chOff x="5514862" y="1904026"/>
            <a:chExt cx="829448" cy="1895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8858326B-C3B3-604B-A529-9FCD521C7915}"/>
                    </a:ext>
                  </a:extLst>
                </p:cNvPr>
                <p:cNvSpPr txBox="1"/>
                <p:nvPr/>
              </p:nvSpPr>
              <p:spPr>
                <a:xfrm>
                  <a:off x="5514862" y="1904026"/>
                  <a:ext cx="817916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8858326B-C3B3-604B-A529-9FCD521C7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62" y="1904026"/>
                  <a:ext cx="817916" cy="518604"/>
                </a:xfrm>
                <a:prstGeom prst="rect">
                  <a:avLst/>
                </a:prstGeom>
                <a:blipFill>
                  <a:blip r:embed="rId4"/>
                  <a:stretch>
                    <a:fillRect l="-1538" t="-4878" r="-10769" b="-14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998F7EB-03E9-B24C-B199-9A5651B67ABC}"/>
                    </a:ext>
                  </a:extLst>
                </p:cNvPr>
                <p:cNvSpPr txBox="1"/>
                <p:nvPr/>
              </p:nvSpPr>
              <p:spPr>
                <a:xfrm>
                  <a:off x="5547691" y="2588642"/>
                  <a:ext cx="752257" cy="51674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998F7EB-03E9-B24C-B199-9A5651B67A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7691" y="2588642"/>
                  <a:ext cx="752257" cy="516745"/>
                </a:xfrm>
                <a:prstGeom prst="rect">
                  <a:avLst/>
                </a:prstGeom>
                <a:blipFill>
                  <a:blip r:embed="rId5"/>
                  <a:stretch>
                    <a:fillRect l="-6667" r="-10000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9374F56-A663-154A-BCA6-BAD9F4E6C3ED}"/>
                    </a:ext>
                  </a:extLst>
                </p:cNvPr>
                <p:cNvSpPr txBox="1"/>
                <p:nvPr/>
              </p:nvSpPr>
              <p:spPr>
                <a:xfrm>
                  <a:off x="5524855" y="3282353"/>
                  <a:ext cx="819455" cy="51674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r>
                              <a:rPr lang="en-GB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en-GB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9374F56-A663-154A-BCA6-BAD9F4E6C3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4855" y="3282353"/>
                  <a:ext cx="819455" cy="516745"/>
                </a:xfrm>
                <a:prstGeom prst="rect">
                  <a:avLst/>
                </a:prstGeom>
                <a:blipFill>
                  <a:blip r:embed="rId6"/>
                  <a:stretch>
                    <a:fillRect l="-3077" t="-2381" r="-10769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B8F98163-6F13-2C41-A032-36D32652FB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5543" y="1452223"/>
            <a:ext cx="4597921" cy="30652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6AF5F9-FFAB-3444-9C91-4673D8739D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5663" y="1435626"/>
            <a:ext cx="4597922" cy="30652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82FF2D-F583-7E41-95E3-BFD943EDAAE0}"/>
                  </a:ext>
                </a:extLst>
              </p:cNvPr>
              <p:cNvSpPr txBox="1"/>
              <p:nvPr/>
            </p:nvSpPr>
            <p:spPr>
              <a:xfrm>
                <a:off x="5328467" y="5861537"/>
                <a:ext cx="3249175" cy="676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𝕽</m:t>
                        </m:r>
                      </m:e>
                      <m:sub>
                        <m: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num>
                      <m:den>
                        <m: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  <m:r>
                      <a:rPr lang="en-GB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1.25</m:t>
                        </m:r>
                      </m:num>
                      <m:den>
                        <m:r>
                          <a:rPr lang="en-GB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0.5</m:t>
                        </m:r>
                      </m:den>
                    </m:f>
                    <m:r>
                      <a:rPr lang="en-GB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r>
                  <a:rPr lang="en-US" sz="2400" dirty="0">
                    <a:solidFill>
                      <a:srgbClr val="7030A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82FF2D-F583-7E41-95E3-BFD943EDA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467" y="5861537"/>
                <a:ext cx="3249175" cy="676595"/>
              </a:xfrm>
              <a:prstGeom prst="rect">
                <a:avLst/>
              </a:prstGeom>
              <a:blipFill>
                <a:blip r:embed="rId9"/>
                <a:stretch>
                  <a:fillRect l="-778" b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A5B565A-2D4D-144E-A6F2-E46787924D39}"/>
              </a:ext>
            </a:extLst>
          </p:cNvPr>
          <p:cNvSpPr txBox="1"/>
          <p:nvPr/>
        </p:nvSpPr>
        <p:spPr>
          <a:xfrm>
            <a:off x="1272874" y="4532371"/>
            <a:ext cx="2685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Final epidemic size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0E9777-C3A2-C249-88E1-D2956ABEEAB9}"/>
              </a:ext>
            </a:extLst>
          </p:cNvPr>
          <p:cNvSpPr txBox="1"/>
          <p:nvPr/>
        </p:nvSpPr>
        <p:spPr>
          <a:xfrm>
            <a:off x="5361296" y="5492205"/>
            <a:ext cx="3352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Basic reproduction number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90B68E-2DE8-524C-8870-2DCE54770D02}"/>
              </a:ext>
            </a:extLst>
          </p:cNvPr>
          <p:cNvSpPr txBox="1"/>
          <p:nvPr/>
        </p:nvSpPr>
        <p:spPr>
          <a:xfrm>
            <a:off x="5000591" y="5013694"/>
            <a:ext cx="1277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>
                <a:solidFill>
                  <a:schemeClr val="accent5"/>
                </a:solidFill>
              </a:rPr>
              <a:t>0.8926482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A549DE-53CC-E647-822C-8254AE5D52C6}"/>
              </a:ext>
            </a:extLst>
          </p:cNvPr>
          <p:cNvSpPr txBox="1"/>
          <p:nvPr/>
        </p:nvSpPr>
        <p:spPr>
          <a:xfrm>
            <a:off x="10416955" y="1913022"/>
            <a:ext cx="1326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0.8926222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EC54A2-34E0-F04A-9A57-C33E2C2DC2F2}"/>
              </a:ext>
            </a:extLst>
          </p:cNvPr>
          <p:cNvSpPr txBox="1"/>
          <p:nvPr/>
        </p:nvSpPr>
        <p:spPr>
          <a:xfrm>
            <a:off x="8522302" y="1094599"/>
            <a:ext cx="378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Why are these simulations useful?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0D5B68-14D9-3840-BEF8-5A0DC9FE257E}"/>
              </a:ext>
            </a:extLst>
          </p:cNvPr>
          <p:cNvSpPr txBox="1"/>
          <p:nvPr/>
        </p:nvSpPr>
        <p:spPr>
          <a:xfrm>
            <a:off x="8742532" y="6173246"/>
            <a:ext cx="6303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 err="1"/>
              <a:t>Kermack</a:t>
            </a:r>
            <a:r>
              <a:rPr lang="en-IE" dirty="0"/>
              <a:t> &amp; McKendrick (1927)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7D26F8-C9FE-4744-A184-029958BCD38B}"/>
              </a:ext>
            </a:extLst>
          </p:cNvPr>
          <p:cNvSpPr txBox="1"/>
          <p:nvPr/>
        </p:nvSpPr>
        <p:spPr>
          <a:xfrm>
            <a:off x="4206883" y="2566637"/>
            <a:ext cx="1804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Prevalence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8" grpId="0"/>
      <p:bldP spid="7" grpId="0"/>
      <p:bldP spid="14" grpId="0"/>
      <p:bldP spid="16" grpId="0"/>
      <p:bldP spid="17" grpId="0"/>
      <p:bldP spid="18" grpId="0"/>
      <p:bldP spid="19" grpId="0"/>
      <p:bldP spid="20" grpId="0"/>
      <p:bldP spid="23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BBDF6-798E-AF4D-AECA-876010B30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reproduction as a threshold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33F82-2347-974E-858E-D48B6CFC0E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11</a:t>
            </a:fld>
            <a:endParaRPr lang="e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78D87C-2B8D-FC40-B919-422926FC96F9}"/>
                  </a:ext>
                </a:extLst>
              </p:cNvPr>
              <p:cNvSpPr txBox="1"/>
              <p:nvPr/>
            </p:nvSpPr>
            <p:spPr>
              <a:xfrm>
                <a:off x="301611" y="1813811"/>
                <a:ext cx="11360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5">
                        <a:lumMod val="50000"/>
                      </a:schemeClr>
                    </a:solidFill>
                  </a:rPr>
                  <a:t>What if, just before the introduction of the first case, the transmission rate (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5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>
                    <a:solidFill>
                      <a:schemeClr val="accent5">
                        <a:lumMod val="50000"/>
                      </a:schemeClr>
                    </a:solidFill>
                  </a:rPr>
                  <a:t>) is reduced from 1.25 to 0.25?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78D87C-2B8D-FC40-B919-422926FC9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11" y="1813811"/>
                <a:ext cx="11360800" cy="369332"/>
              </a:xfrm>
              <a:prstGeom prst="rect">
                <a:avLst/>
              </a:prstGeom>
              <a:blipFill>
                <a:blip r:embed="rId2"/>
                <a:stretch>
                  <a:fillRect l="-446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564201-9A68-024C-93CC-7E8ED30456D3}"/>
                  </a:ext>
                </a:extLst>
              </p:cNvPr>
              <p:cNvSpPr txBox="1"/>
              <p:nvPr/>
            </p:nvSpPr>
            <p:spPr>
              <a:xfrm>
                <a:off x="301611" y="2390180"/>
                <a:ext cx="4726026" cy="9687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𝕽</m:t>
                        </m:r>
                      </m:e>
                      <m:sub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num>
                      <m:den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0.25</m:t>
                        </m:r>
                      </m:num>
                      <m:den>
                        <m:r>
                          <a:rPr lang="en-GB" sz="36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0.5</m:t>
                        </m:r>
                      </m:den>
                    </m:f>
                    <m:r>
                      <a:rPr lang="en-GB" sz="3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3600" dirty="0">
                    <a:solidFill>
                      <a:srgbClr val="7030A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564201-9A68-024C-93CC-7E8ED3045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11" y="2390180"/>
                <a:ext cx="4726026" cy="968791"/>
              </a:xfrm>
              <a:prstGeom prst="rect">
                <a:avLst/>
              </a:prstGeom>
              <a:blipFill>
                <a:blip r:embed="rId3"/>
                <a:stretch>
                  <a:fillRect l="-1609" b="-6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9F692D2-E900-AA48-A404-E06BE9B9C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3628" y="2822423"/>
            <a:ext cx="5486400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674382B-9FD8-4540-9851-6F944B523813}"/>
              </a:ext>
            </a:extLst>
          </p:cNvPr>
          <p:cNvSpPr txBox="1"/>
          <p:nvPr/>
        </p:nvSpPr>
        <p:spPr>
          <a:xfrm>
            <a:off x="1603947" y="4273165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How can that be achieved?</a:t>
            </a:r>
          </a:p>
        </p:txBody>
      </p:sp>
    </p:spTree>
    <p:extLst>
      <p:ext uri="{BB962C8B-B14F-4D97-AF65-F5344CB8AC3E}">
        <p14:creationId xmlns:p14="http://schemas.microsoft.com/office/powerpoint/2010/main" val="3570496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364D-CC45-2445-8F2A-695F12987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306927"/>
            <a:ext cx="11360800" cy="943200"/>
          </a:xfrm>
        </p:spPr>
        <p:txBody>
          <a:bodyPr/>
          <a:lstStyle/>
          <a:p>
            <a:r>
              <a:rPr lang="en-US" dirty="0"/>
              <a:t>Stability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31C55D-28E0-9E4D-8587-FAFDE693C9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058" b="16647"/>
          <a:stretch/>
        </p:blipFill>
        <p:spPr>
          <a:xfrm>
            <a:off x="6920574" y="4025251"/>
            <a:ext cx="2098799" cy="23829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46A0-C68C-EB47-9255-C327DA3E09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12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EB149-8572-F549-8F66-B44DEB5C8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98" y="1288861"/>
            <a:ext cx="4010309" cy="26735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CE5CE8-BBAD-2240-B91A-299FBF9695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725" b="16647"/>
          <a:stretch/>
        </p:blipFill>
        <p:spPr>
          <a:xfrm>
            <a:off x="1051506" y="4148418"/>
            <a:ext cx="2098800" cy="23668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607811-9CF5-2646-878C-BD6AEA7B06B4}"/>
                  </a:ext>
                </a:extLst>
              </p:cNvPr>
              <p:cNvSpPr txBox="1"/>
              <p:nvPr/>
            </p:nvSpPr>
            <p:spPr>
              <a:xfrm>
                <a:off x="3328744" y="5307529"/>
                <a:ext cx="136945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&gt;1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607811-9CF5-2646-878C-BD6AEA7B0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744" y="5307529"/>
                <a:ext cx="1369454" cy="523220"/>
              </a:xfrm>
              <a:prstGeom prst="rect">
                <a:avLst/>
              </a:prstGeom>
              <a:blipFill>
                <a:blip r:embed="rId4"/>
                <a:stretch>
                  <a:fillRect l="-917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C08736ED-8883-C24C-A547-B25FE43D5F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4818" y="1220465"/>
            <a:ext cx="4010309" cy="26735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99CED9-50BA-9F4B-86F2-7BC7874DB05A}"/>
                  </a:ext>
                </a:extLst>
              </p:cNvPr>
              <p:cNvSpPr txBox="1"/>
              <p:nvPr/>
            </p:nvSpPr>
            <p:spPr>
              <a:xfrm>
                <a:off x="9019373" y="5045919"/>
                <a:ext cx="136945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99CED9-50BA-9F4B-86F2-7BC7874DB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373" y="5045919"/>
                <a:ext cx="1369454" cy="523220"/>
              </a:xfrm>
              <a:prstGeom prst="rect">
                <a:avLst/>
              </a:prstGeom>
              <a:blipFill>
                <a:blip r:embed="rId6"/>
                <a:stretch>
                  <a:fillRect l="-92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669DD5D-4CA7-3A4B-8D8F-A4223890A03C}"/>
              </a:ext>
            </a:extLst>
          </p:cNvPr>
          <p:cNvSpPr txBox="1"/>
          <p:nvPr/>
        </p:nvSpPr>
        <p:spPr>
          <a:xfrm>
            <a:off x="4904791" y="5895301"/>
            <a:ext cx="1733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Bifurcation</a:t>
            </a:r>
          </a:p>
        </p:txBody>
      </p:sp>
    </p:spTree>
    <p:extLst>
      <p:ext uri="{BB962C8B-B14F-4D97-AF65-F5344CB8AC3E}">
        <p14:creationId xmlns:p14="http://schemas.microsoft.com/office/powerpoint/2010/main" val="273221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1D5B9-82A6-9145-BA5D-14F4D5F0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effective reproduction number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7887C-3301-9342-9580-1A82BDF840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13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FDA2F-F71D-F24D-BC82-1B5021B90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98" y="2241161"/>
            <a:ext cx="4010309" cy="2673539"/>
          </a:xfrm>
          <a:prstGeom prst="rect">
            <a:avLst/>
          </a:prstGeom>
        </p:spPr>
      </p:pic>
      <p:sp>
        <p:nvSpPr>
          <p:cNvPr id="9" name="Down Arrow 8">
            <a:extLst>
              <a:ext uri="{FF2B5EF4-FFF2-40B4-BE49-F238E27FC236}">
                <a16:creationId xmlns:a16="http://schemas.microsoft.com/office/drawing/2014/main" id="{3719049E-C76A-C040-B434-45A243281A14}"/>
              </a:ext>
            </a:extLst>
          </p:cNvPr>
          <p:cNvSpPr/>
          <p:nvPr/>
        </p:nvSpPr>
        <p:spPr>
          <a:xfrm>
            <a:off x="1924050" y="1577325"/>
            <a:ext cx="533400" cy="704850"/>
          </a:xfrm>
          <a:prstGeom prst="down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Question Mark with solid fill">
            <a:extLst>
              <a:ext uri="{FF2B5EF4-FFF2-40B4-BE49-F238E27FC236}">
                <a16:creationId xmlns:a16="http://schemas.microsoft.com/office/drawing/2014/main" id="{C48AFCB0-0F37-8F44-BF4D-D782ED6FC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57450" y="1452043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5D306-3090-9C44-B3D0-AEC94D7C92E9}"/>
                  </a:ext>
                </a:extLst>
              </p:cNvPr>
              <p:cNvSpPr txBox="1"/>
              <p:nvPr/>
            </p:nvSpPr>
            <p:spPr>
              <a:xfrm>
                <a:off x="-133350" y="5468820"/>
                <a:ext cx="6096000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sz="40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𝕽</m:t>
                              </m:r>
                            </m:e>
                            <m:sub>
                              <m:r>
                                <a:rPr lang="en-GB" sz="4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40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0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𝕽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GB" sz="4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5D306-3090-9C44-B3D0-AEC94D7C9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3350" y="5468820"/>
                <a:ext cx="6096000" cy="707886"/>
              </a:xfrm>
              <a:prstGeom prst="rect">
                <a:avLst/>
              </a:prstGeom>
              <a:blipFill>
                <a:blip r:embed="rId5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FE47BA89-3175-2F48-92FA-8BF3022FE5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6588" y="1654843"/>
            <a:ext cx="54864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70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7F311-8A08-FD40-8C47-6996C3817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842D4-FE40-6F42-85CC-04BBE0F62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396" indent="0">
              <a:buNone/>
            </a:pPr>
            <a:r>
              <a:rPr lang="en-IE" dirty="0" err="1">
                <a:effectLst/>
              </a:rPr>
              <a:t>Sterman</a:t>
            </a:r>
            <a:r>
              <a:rPr lang="en-IE" dirty="0">
                <a:effectLst/>
              </a:rPr>
              <a:t>, J. D. (1994). Learning in and about complex systems. </a:t>
            </a:r>
            <a:r>
              <a:rPr lang="en-IE" i="1" dirty="0">
                <a:effectLst/>
              </a:rPr>
              <a:t>System Dynamics Review</a:t>
            </a:r>
            <a:r>
              <a:rPr lang="en-IE" dirty="0">
                <a:effectLst/>
              </a:rPr>
              <a:t>, </a:t>
            </a:r>
            <a:r>
              <a:rPr lang="en-IE" i="1" dirty="0">
                <a:effectLst/>
              </a:rPr>
              <a:t>10</a:t>
            </a:r>
            <a:r>
              <a:rPr lang="en-IE" dirty="0">
                <a:effectLst/>
              </a:rPr>
              <a:t>(2–3), 291–330. </a:t>
            </a:r>
            <a:r>
              <a:rPr lang="en-IE" dirty="0">
                <a:effectLst/>
                <a:hlinkClick r:id="rId2"/>
              </a:rPr>
              <a:t>https://doi.org/10.1002/sdr.4260100214</a:t>
            </a:r>
            <a:endParaRPr lang="en-IE" dirty="0">
              <a:effectLst/>
            </a:endParaRPr>
          </a:p>
          <a:p>
            <a:endParaRPr lang="en-IE" dirty="0"/>
          </a:p>
          <a:p>
            <a:pPr marL="152396" indent="0">
              <a:buNone/>
            </a:pPr>
            <a:r>
              <a:rPr lang="en-IE" dirty="0" err="1"/>
              <a:t>Kermack</a:t>
            </a:r>
            <a:r>
              <a:rPr lang="en-IE" dirty="0"/>
              <a:t>, William Ogilvy, &amp; McKendrick, A. G. (1927). A contribution to the mathematical theory of epidemics. </a:t>
            </a:r>
            <a:r>
              <a:rPr lang="en-IE" i="1" dirty="0"/>
              <a:t>Proceedings of the Royal Society A: Mathematical, Physical and Engineering Sciences, 115</a:t>
            </a:r>
            <a:r>
              <a:rPr lang="en-IE" dirty="0"/>
              <a:t>(772), 700–721. </a:t>
            </a:r>
            <a:r>
              <a:rPr lang="en-IE" dirty="0">
                <a:hlinkClick r:id="rId3"/>
              </a:rPr>
              <a:t>https://doi.org/10.1098/rspa.1927.0118</a:t>
            </a:r>
            <a:endParaRPr lang="en-IE" dirty="0"/>
          </a:p>
          <a:p>
            <a:endParaRPr lang="en-I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B6A7D-6AD4-004E-91EA-899CF0AD5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14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69419966"/>
      </p:ext>
    </p:extLst>
  </p:cSld>
  <p:clrMapOvr>
    <a:masterClrMapping/>
  </p:clrMapOvr>
</p:sld>
</file>

<file path=ppt/theme/theme1.xml><?xml version="1.0" encoding="utf-8"?>
<a:theme xmlns:a="http://schemas.openxmlformats.org/drawingml/2006/main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3686</TotalTime>
  <Words>790</Words>
  <Application>Microsoft Macintosh PowerPoint</Application>
  <PresentationFormat>Widescreen</PresentationFormat>
  <Paragraphs>121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Calibri</vt:lpstr>
      <vt:lpstr>Cambria Math</vt:lpstr>
      <vt:lpstr>Consolas</vt:lpstr>
      <vt:lpstr>Constantia</vt:lpstr>
      <vt:lpstr>Corbel</vt:lpstr>
      <vt:lpstr>EB Garamond</vt:lpstr>
      <vt:lpstr>Open Sans</vt:lpstr>
      <vt:lpstr>PT Sans Narrow</vt:lpstr>
      <vt:lpstr>Tropic</vt:lpstr>
      <vt:lpstr>Simulating ODEs in R</vt:lpstr>
      <vt:lpstr>Goal</vt:lpstr>
      <vt:lpstr>Model formulation</vt:lpstr>
      <vt:lpstr>Differential equations</vt:lpstr>
      <vt:lpstr>SIR</vt:lpstr>
      <vt:lpstr>deSolve</vt:lpstr>
      <vt:lpstr>Initial conditions &amp; simulation interval</vt:lpstr>
      <vt:lpstr>Model specification</vt:lpstr>
      <vt:lpstr>Our first simulation with deSolve</vt:lpstr>
      <vt:lpstr>Final size</vt:lpstr>
      <vt:lpstr>The basic reproduction as a threshold</vt:lpstr>
      <vt:lpstr>Stability</vt:lpstr>
      <vt:lpstr>The effective reproduction number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intro</dc:title>
  <dc:creator>Jair Andrade</dc:creator>
  <cp:lastModifiedBy>Jair Andrade</cp:lastModifiedBy>
  <cp:revision>47</cp:revision>
  <dcterms:created xsi:type="dcterms:W3CDTF">2025-07-13T09:10:06Z</dcterms:created>
  <dcterms:modified xsi:type="dcterms:W3CDTF">2026-07-10T08:42:00Z</dcterms:modified>
</cp:coreProperties>
</file>