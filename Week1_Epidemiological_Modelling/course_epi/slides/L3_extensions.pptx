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0"/>
  </p:notesMasterIdLst>
  <p:sldIdLst>
    <p:sldId id="277" r:id="rId2"/>
    <p:sldId id="280" r:id="rId3"/>
    <p:sldId id="304" r:id="rId4"/>
    <p:sldId id="305" r:id="rId5"/>
    <p:sldId id="306" r:id="rId6"/>
    <p:sldId id="307" r:id="rId7"/>
    <p:sldId id="313" r:id="rId8"/>
    <p:sldId id="308" r:id="rId9"/>
    <p:sldId id="309" r:id="rId10"/>
    <p:sldId id="310" r:id="rId11"/>
    <p:sldId id="311" r:id="rId12"/>
    <p:sldId id="312" r:id="rId13"/>
    <p:sldId id="314" r:id="rId14"/>
    <p:sldId id="315" r:id="rId15"/>
    <p:sldId id="316" r:id="rId16"/>
    <p:sldId id="317" r:id="rId17"/>
    <p:sldId id="268" r:id="rId18"/>
    <p:sldId id="2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79B0"/>
    <a:srgbClr val="5B5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BA6069-060F-594C-9A4C-6655F669613E}" v="2" dt="2026-07-09T10:08:40.1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18"/>
    <p:restoredTop sz="96054"/>
  </p:normalViewPr>
  <p:slideViewPr>
    <p:cSldViewPr snapToGrid="0" snapToObjects="1" showGuides="1">
      <p:cViewPr varScale="1">
        <p:scale>
          <a:sx n="86" d="100"/>
          <a:sy n="86" d="100"/>
        </p:scale>
        <p:origin x="232" y="1184"/>
      </p:cViewPr>
      <p:guideLst>
        <p:guide orient="horz" pos="2160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r Andrade" userId="ac9439da21bf4221" providerId="LiveId" clId="{6DC08232-84AC-C24B-B2AE-65AAA8E3839E}"/>
    <pc:docChg chg="modSld">
      <pc:chgData name="Jair Andrade" userId="ac9439da21bf4221" providerId="LiveId" clId="{6DC08232-84AC-C24B-B2AE-65AAA8E3839E}" dt="2025-07-20T21:09:52.858" v="18"/>
      <pc:docMkLst>
        <pc:docMk/>
      </pc:docMkLst>
      <pc:sldChg chg="modNotesTx">
        <pc:chgData name="Jair Andrade" userId="ac9439da21bf4221" providerId="LiveId" clId="{6DC08232-84AC-C24B-B2AE-65AAA8E3839E}" dt="2025-07-20T21:09:52.858" v="18"/>
        <pc:sldMkLst>
          <pc:docMk/>
          <pc:sldMk cId="1945344754" sldId="281"/>
        </pc:sldMkLst>
      </pc:sldChg>
    </pc:docChg>
  </pc:docChgLst>
  <pc:docChgLst>
    <pc:chgData name="Jair Andrade" userId="ac9439da21bf4221" providerId="LiveId" clId="{59BA6069-060F-594C-9A4C-6655F669613E}"/>
    <pc:docChg chg="undo custSel addSld delSld modSld">
      <pc:chgData name="Jair Andrade" userId="ac9439da21bf4221" providerId="LiveId" clId="{59BA6069-060F-594C-9A4C-6655F669613E}" dt="2026-07-09T23:46:10.535" v="4276" actId="1036"/>
      <pc:docMkLst>
        <pc:docMk/>
      </pc:docMkLst>
      <pc:sldChg chg="addSp modSp add mod modAnim">
        <pc:chgData name="Jair Andrade" userId="ac9439da21bf4221" providerId="LiveId" clId="{59BA6069-060F-594C-9A4C-6655F669613E}" dt="2026-07-09T23:44:27.926" v="4253"/>
        <pc:sldMkLst>
          <pc:docMk/>
          <pc:sldMk cId="1849211072" sldId="268"/>
        </pc:sldMkLst>
        <pc:spChg chg="mod">
          <ac:chgData name="Jair Andrade" userId="ac9439da21bf4221" providerId="LiveId" clId="{59BA6069-060F-594C-9A4C-6655F669613E}" dt="2026-07-09T23:37:55.939" v="4113" actId="207"/>
          <ac:spMkLst>
            <pc:docMk/>
            <pc:sldMk cId="1849211072" sldId="268"/>
            <ac:spMk id="2" creationId="{47ED2083-C71C-8F43-89C3-253B827DD815}"/>
          </ac:spMkLst>
        </pc:spChg>
        <pc:spChg chg="mod">
          <ac:chgData name="Jair Andrade" userId="ac9439da21bf4221" providerId="LiveId" clId="{59BA6069-060F-594C-9A4C-6655F669613E}" dt="2026-07-09T23:39:55.684" v="4178" actId="207"/>
          <ac:spMkLst>
            <pc:docMk/>
            <pc:sldMk cId="1849211072" sldId="268"/>
            <ac:spMk id="3" creationId="{C110315E-4407-C444-8660-06382D91DBC8}"/>
          </ac:spMkLst>
        </pc:spChg>
        <pc:spChg chg="add mod">
          <ac:chgData name="Jair Andrade" userId="ac9439da21bf4221" providerId="LiveId" clId="{59BA6069-060F-594C-9A4C-6655F669613E}" dt="2026-07-09T23:44:24.976" v="4252" actId="1076"/>
          <ac:spMkLst>
            <pc:docMk/>
            <pc:sldMk cId="1849211072" sldId="268"/>
            <ac:spMk id="5" creationId="{39ADB887-F96C-C042-A857-C2011AFE24CC}"/>
          </ac:spMkLst>
        </pc:spChg>
      </pc:sldChg>
      <pc:sldChg chg="addSp delSp modSp add del mod">
        <pc:chgData name="Jair Andrade" userId="ac9439da21bf4221" providerId="LiveId" clId="{59BA6069-060F-594C-9A4C-6655F669613E}" dt="2026-07-09T10:09:03.243" v="102" actId="20577"/>
        <pc:sldMkLst>
          <pc:docMk/>
          <pc:sldMk cId="0" sldId="277"/>
        </pc:sldMkLst>
        <pc:spChg chg="mod">
          <ac:chgData name="Jair Andrade" userId="ac9439da21bf4221" providerId="LiveId" clId="{59BA6069-060F-594C-9A4C-6655F669613E}" dt="2026-07-09T10:09:03.243" v="102" actId="20577"/>
          <ac:spMkLst>
            <pc:docMk/>
            <pc:sldMk cId="0" sldId="277"/>
            <ac:spMk id="66" creationId="{00000000-0000-0000-0000-000000000000}"/>
          </ac:spMkLst>
        </pc:spChg>
        <pc:picChg chg="add del">
          <ac:chgData name="Jair Andrade" userId="ac9439da21bf4221" providerId="LiveId" clId="{59BA6069-060F-594C-9A4C-6655F669613E}" dt="2026-07-09T10:08:40.116" v="33" actId="478"/>
          <ac:picMkLst>
            <pc:docMk/>
            <pc:sldMk cId="0" sldId="277"/>
            <ac:picMk id="1026" creationId="{E733151B-1A75-3846-8161-BAF42DC69B52}"/>
          </ac:picMkLst>
        </pc:picChg>
      </pc:sldChg>
      <pc:sldChg chg="addSp delSp modSp add del mod addAnim delAnim">
        <pc:chgData name="Jair Andrade" userId="ac9439da21bf4221" providerId="LiveId" clId="{59BA6069-060F-594C-9A4C-6655F669613E}" dt="2026-07-09T23:33:49.486" v="4070" actId="14100"/>
        <pc:sldMkLst>
          <pc:docMk/>
          <pc:sldMk cId="1590225432" sldId="280"/>
        </pc:sldMkLst>
        <pc:spChg chg="mod">
          <ac:chgData name="Jair Andrade" userId="ac9439da21bf4221" providerId="LiveId" clId="{59BA6069-060F-594C-9A4C-6655F669613E}" dt="2026-07-09T10:09:54.670" v="134" actId="20577"/>
          <ac:spMkLst>
            <pc:docMk/>
            <pc:sldMk cId="1590225432" sldId="280"/>
            <ac:spMk id="2" creationId="{9D6E4C98-A048-9841-81C0-B8E2D09B4489}"/>
          </ac:spMkLst>
        </pc:spChg>
        <pc:spChg chg="mod">
          <ac:chgData name="Jair Andrade" userId="ac9439da21bf4221" providerId="LiveId" clId="{59BA6069-060F-594C-9A4C-6655F669613E}" dt="2026-07-09T10:10:58.162" v="213" actId="20577"/>
          <ac:spMkLst>
            <pc:docMk/>
            <pc:sldMk cId="1590225432" sldId="280"/>
            <ac:spMk id="3" creationId="{1216A42C-3F22-B24A-96E0-DAD7B5989E15}"/>
          </ac:spMkLst>
        </pc:spChg>
        <pc:spChg chg="add mod">
          <ac:chgData name="Jair Andrade" userId="ac9439da21bf4221" providerId="LiveId" clId="{59BA6069-060F-594C-9A4C-6655F669613E}" dt="2026-07-09T23:33:49.486" v="4070" actId="14100"/>
          <ac:spMkLst>
            <pc:docMk/>
            <pc:sldMk cId="1590225432" sldId="280"/>
            <ac:spMk id="4" creationId="{8FCA1266-68D0-0C46-974C-BC886334BBAB}"/>
          </ac:spMkLst>
        </pc:spChg>
        <pc:spChg chg="add del">
          <ac:chgData name="Jair Andrade" userId="ac9439da21bf4221" providerId="LiveId" clId="{59BA6069-060F-594C-9A4C-6655F669613E}" dt="2026-07-09T10:10:01.702" v="139" actId="478"/>
          <ac:spMkLst>
            <pc:docMk/>
            <pc:sldMk cId="1590225432" sldId="280"/>
            <ac:spMk id="12" creationId="{23E3F222-E6D9-5C40-98D7-F402FE310C8E}"/>
          </ac:spMkLst>
        </pc:spChg>
        <pc:spChg chg="add del">
          <ac:chgData name="Jair Andrade" userId="ac9439da21bf4221" providerId="LiveId" clId="{59BA6069-060F-594C-9A4C-6655F669613E}" dt="2026-07-09T10:09:58.888" v="137" actId="478"/>
          <ac:spMkLst>
            <pc:docMk/>
            <pc:sldMk cId="1590225432" sldId="280"/>
            <ac:spMk id="13" creationId="{DF4F45B0-0AD5-5E45-8D14-563D4FD1EBA0}"/>
          </ac:spMkLst>
        </pc:spChg>
        <pc:spChg chg="add del">
          <ac:chgData name="Jair Andrade" userId="ac9439da21bf4221" providerId="LiveId" clId="{59BA6069-060F-594C-9A4C-6655F669613E}" dt="2026-07-09T10:10:00.367" v="138" actId="478"/>
          <ac:spMkLst>
            <pc:docMk/>
            <pc:sldMk cId="1590225432" sldId="280"/>
            <ac:spMk id="14" creationId="{9A929D8B-DB1C-2C4D-98A7-439C321C37BB}"/>
          </ac:spMkLst>
        </pc:spChg>
        <pc:spChg chg="add mod">
          <ac:chgData name="Jair Andrade" userId="ac9439da21bf4221" providerId="LiveId" clId="{59BA6069-060F-594C-9A4C-6655F669613E}" dt="2026-07-09T10:12:34.975" v="342" actId="1076"/>
          <ac:spMkLst>
            <pc:docMk/>
            <pc:sldMk cId="1590225432" sldId="280"/>
            <ac:spMk id="15" creationId="{2C347599-C7B9-D74A-B8D3-6CC83562267F}"/>
          </ac:spMkLst>
        </pc:spChg>
        <pc:spChg chg="add del">
          <ac:chgData name="Jair Andrade" userId="ac9439da21bf4221" providerId="LiveId" clId="{59BA6069-060F-594C-9A4C-6655F669613E}" dt="2026-07-09T10:09:57.417" v="136" actId="478"/>
          <ac:spMkLst>
            <pc:docMk/>
            <pc:sldMk cId="1590225432" sldId="280"/>
            <ac:spMk id="18" creationId="{5E00791B-EAC6-CB4D-965D-E7DF84C09B3F}"/>
          </ac:spMkLst>
        </pc:spChg>
        <pc:picChg chg="add del">
          <ac:chgData name="Jair Andrade" userId="ac9439da21bf4221" providerId="LiveId" clId="{59BA6069-060F-594C-9A4C-6655F669613E}" dt="2026-07-09T10:09:56.137" v="135" actId="478"/>
          <ac:picMkLst>
            <pc:docMk/>
            <pc:sldMk cId="1590225432" sldId="280"/>
            <ac:picMk id="10" creationId="{13EAC40E-92D0-9F4C-B53E-4ABE20FE09F8}"/>
          </ac:picMkLst>
        </pc:picChg>
        <pc:picChg chg="del">
          <ac:chgData name="Jair Andrade" userId="ac9439da21bf4221" providerId="LiveId" clId="{59BA6069-060F-594C-9A4C-6655F669613E}" dt="2026-07-09T10:09:11.439" v="104" actId="478"/>
          <ac:picMkLst>
            <pc:docMk/>
            <pc:sldMk cId="1590225432" sldId="280"/>
            <ac:picMk id="11" creationId="{23B85726-D982-A74F-BD2D-EAEA223742C3}"/>
          </ac:picMkLst>
        </pc:picChg>
        <pc:picChg chg="del">
          <ac:chgData name="Jair Andrade" userId="ac9439da21bf4221" providerId="LiveId" clId="{59BA6069-060F-594C-9A4C-6655F669613E}" dt="2026-07-09T10:09:10.495" v="103" actId="478"/>
          <ac:picMkLst>
            <pc:docMk/>
            <pc:sldMk cId="1590225432" sldId="280"/>
            <ac:picMk id="16" creationId="{F46E2551-9184-904F-8EC0-83E9500E6384}"/>
          </ac:picMkLst>
        </pc:picChg>
      </pc:sldChg>
      <pc:sldChg chg="add del">
        <pc:chgData name="Jair Andrade" userId="ac9439da21bf4221" providerId="LiveId" clId="{59BA6069-060F-594C-9A4C-6655F669613E}" dt="2026-07-09T12:34:03.106" v="1701" actId="2696"/>
        <pc:sldMkLst>
          <pc:docMk/>
          <pc:sldMk cId="2715182898" sldId="291"/>
        </pc:sldMkLst>
      </pc:sldChg>
      <pc:sldChg chg="add del">
        <pc:chgData name="Jair Andrade" userId="ac9439da21bf4221" providerId="LiveId" clId="{59BA6069-060F-594C-9A4C-6655F669613E}" dt="2026-07-09T12:34:04.891" v="1704" actId="2696"/>
        <pc:sldMkLst>
          <pc:docMk/>
          <pc:sldMk cId="1413063986" sldId="292"/>
        </pc:sldMkLst>
      </pc:sldChg>
      <pc:sldChg chg="modSp add del mod">
        <pc:chgData name="Jair Andrade" userId="ac9439da21bf4221" providerId="LiveId" clId="{59BA6069-060F-594C-9A4C-6655F669613E}" dt="2026-07-09T23:44:07.454" v="4228" actId="27636"/>
        <pc:sldMkLst>
          <pc:docMk/>
          <pc:sldMk cId="3469419966" sldId="294"/>
        </pc:sldMkLst>
        <pc:spChg chg="mod">
          <ac:chgData name="Jair Andrade" userId="ac9439da21bf4221" providerId="LiveId" clId="{59BA6069-060F-594C-9A4C-6655F669613E}" dt="2026-07-09T23:44:07.454" v="4228" actId="27636"/>
          <ac:spMkLst>
            <pc:docMk/>
            <pc:sldMk cId="3469419966" sldId="294"/>
            <ac:spMk id="3" creationId="{3F3842D4-FE40-6F42-85CC-04BBE0F629FC}"/>
          </ac:spMkLst>
        </pc:spChg>
      </pc:sldChg>
      <pc:sldChg chg="add del">
        <pc:chgData name="Jair Andrade" userId="ac9439da21bf4221" providerId="LiveId" clId="{59BA6069-060F-594C-9A4C-6655F669613E}" dt="2026-07-09T12:33:58.819" v="1698" actId="2696"/>
        <pc:sldMkLst>
          <pc:docMk/>
          <pc:sldMk cId="2691247634" sldId="295"/>
        </pc:sldMkLst>
      </pc:sldChg>
      <pc:sldChg chg="add del">
        <pc:chgData name="Jair Andrade" userId="ac9439da21bf4221" providerId="LiveId" clId="{59BA6069-060F-594C-9A4C-6655F669613E}" dt="2026-07-09T12:34:00.077" v="1699" actId="2696"/>
        <pc:sldMkLst>
          <pc:docMk/>
          <pc:sldMk cId="2196050245" sldId="296"/>
        </pc:sldMkLst>
      </pc:sldChg>
      <pc:sldChg chg="add del">
        <pc:chgData name="Jair Andrade" userId="ac9439da21bf4221" providerId="LiveId" clId="{59BA6069-060F-594C-9A4C-6655F669613E}" dt="2026-07-09T12:34:02.165" v="1700" actId="2696"/>
        <pc:sldMkLst>
          <pc:docMk/>
          <pc:sldMk cId="399678806" sldId="297"/>
        </pc:sldMkLst>
      </pc:sldChg>
      <pc:sldChg chg="add del">
        <pc:chgData name="Jair Andrade" userId="ac9439da21bf4221" providerId="LiveId" clId="{59BA6069-060F-594C-9A4C-6655F669613E}" dt="2026-07-09T12:34:03.621" v="1702" actId="2696"/>
        <pc:sldMkLst>
          <pc:docMk/>
          <pc:sldMk cId="2346003229" sldId="298"/>
        </pc:sldMkLst>
      </pc:sldChg>
      <pc:sldChg chg="add del">
        <pc:chgData name="Jair Andrade" userId="ac9439da21bf4221" providerId="LiveId" clId="{59BA6069-060F-594C-9A4C-6655F669613E}" dt="2026-07-09T12:34:04.285" v="1703" actId="2696"/>
        <pc:sldMkLst>
          <pc:docMk/>
          <pc:sldMk cId="2882844728" sldId="299"/>
        </pc:sldMkLst>
      </pc:sldChg>
      <pc:sldChg chg="add del">
        <pc:chgData name="Jair Andrade" userId="ac9439da21bf4221" providerId="LiveId" clId="{59BA6069-060F-594C-9A4C-6655F669613E}" dt="2026-07-09T12:34:05.495" v="1705" actId="2696"/>
        <pc:sldMkLst>
          <pc:docMk/>
          <pc:sldMk cId="0" sldId="301"/>
        </pc:sldMkLst>
      </pc:sldChg>
      <pc:sldChg chg="add del">
        <pc:chgData name="Jair Andrade" userId="ac9439da21bf4221" providerId="LiveId" clId="{59BA6069-060F-594C-9A4C-6655F669613E}" dt="2026-07-09T12:34:06.472" v="1706" actId="2696"/>
        <pc:sldMkLst>
          <pc:docMk/>
          <pc:sldMk cId="3570496146" sldId="302"/>
        </pc:sldMkLst>
      </pc:sldChg>
      <pc:sldChg chg="add del">
        <pc:chgData name="Jair Andrade" userId="ac9439da21bf4221" providerId="LiveId" clId="{59BA6069-060F-594C-9A4C-6655F669613E}" dt="2026-07-09T12:34:08.868" v="1707" actId="2696"/>
        <pc:sldMkLst>
          <pc:docMk/>
          <pc:sldMk cId="2732212366" sldId="303"/>
        </pc:sldMkLst>
      </pc:sldChg>
      <pc:sldChg chg="addSp delSp modSp new mod modAnim">
        <pc:chgData name="Jair Andrade" userId="ac9439da21bf4221" providerId="LiveId" clId="{59BA6069-060F-594C-9A4C-6655F669613E}" dt="2026-07-09T10:55:37.343" v="826"/>
        <pc:sldMkLst>
          <pc:docMk/>
          <pc:sldMk cId="1784994770" sldId="304"/>
        </pc:sldMkLst>
        <pc:spChg chg="mod">
          <ac:chgData name="Jair Andrade" userId="ac9439da21bf4221" providerId="LiveId" clId="{59BA6069-060F-594C-9A4C-6655F669613E}" dt="2026-07-09T10:20:11.830" v="355" actId="20577"/>
          <ac:spMkLst>
            <pc:docMk/>
            <pc:sldMk cId="1784994770" sldId="304"/>
            <ac:spMk id="2" creationId="{66013D8E-EA68-0B4C-9361-B92A49F9FAAF}"/>
          </ac:spMkLst>
        </pc:spChg>
        <pc:spChg chg="mod">
          <ac:chgData name="Jair Andrade" userId="ac9439da21bf4221" providerId="LiveId" clId="{59BA6069-060F-594C-9A4C-6655F669613E}" dt="2026-07-09T10:40:14.731" v="712" actId="1076"/>
          <ac:spMkLst>
            <pc:docMk/>
            <pc:sldMk cId="1784994770" sldId="304"/>
            <ac:spMk id="3" creationId="{268D3C37-413A-8042-A16A-32A7596BCA69}"/>
          </ac:spMkLst>
        </pc:spChg>
        <pc:spChg chg="add mod">
          <ac:chgData name="Jair Andrade" userId="ac9439da21bf4221" providerId="LiveId" clId="{59BA6069-060F-594C-9A4C-6655F669613E}" dt="2026-07-09T10:40:19.074" v="714" actId="1076"/>
          <ac:spMkLst>
            <pc:docMk/>
            <pc:sldMk cId="1784994770" sldId="304"/>
            <ac:spMk id="9" creationId="{A70D2DC3-CB39-DC43-B0EA-2D239942F1E6}"/>
          </ac:spMkLst>
        </pc:spChg>
        <pc:spChg chg="add mod">
          <ac:chgData name="Jair Andrade" userId="ac9439da21bf4221" providerId="LiveId" clId="{59BA6069-060F-594C-9A4C-6655F669613E}" dt="2026-07-09T10:40:51.474" v="722" actId="27636"/>
          <ac:spMkLst>
            <pc:docMk/>
            <pc:sldMk cId="1784994770" sldId="304"/>
            <ac:spMk id="11" creationId="{000B88BE-CDE1-934C-AE5D-FEB9995BBDDB}"/>
          </ac:spMkLst>
        </pc:spChg>
        <pc:spChg chg="add mod">
          <ac:chgData name="Jair Andrade" userId="ac9439da21bf4221" providerId="LiveId" clId="{59BA6069-060F-594C-9A4C-6655F669613E}" dt="2026-07-09T10:42:05.109" v="727" actId="207"/>
          <ac:spMkLst>
            <pc:docMk/>
            <pc:sldMk cId="1784994770" sldId="304"/>
            <ac:spMk id="12" creationId="{890E7D56-1CE5-5E4F-8134-54CDCBD4F673}"/>
          </ac:spMkLst>
        </pc:spChg>
        <pc:spChg chg="add mod">
          <ac:chgData name="Jair Andrade" userId="ac9439da21bf4221" providerId="LiveId" clId="{59BA6069-060F-594C-9A4C-6655F669613E}" dt="2026-07-09T10:42:26.568" v="741" actId="207"/>
          <ac:spMkLst>
            <pc:docMk/>
            <pc:sldMk cId="1784994770" sldId="304"/>
            <ac:spMk id="13" creationId="{A41B6B09-8565-C74C-9317-AFA0F62AD1E9}"/>
          </ac:spMkLst>
        </pc:spChg>
        <pc:picChg chg="add del mod">
          <ac:chgData name="Jair Andrade" userId="ac9439da21bf4221" providerId="LiveId" clId="{59BA6069-060F-594C-9A4C-6655F669613E}" dt="2026-07-09T10:30:01.655" v="604" actId="478"/>
          <ac:picMkLst>
            <pc:docMk/>
            <pc:sldMk cId="1784994770" sldId="304"/>
            <ac:picMk id="5" creationId="{A017BC28-A24D-7A4F-AB78-3DE15284E908}"/>
          </ac:picMkLst>
        </pc:picChg>
        <pc:picChg chg="add del mod">
          <ac:chgData name="Jair Andrade" userId="ac9439da21bf4221" providerId="LiveId" clId="{59BA6069-060F-594C-9A4C-6655F669613E}" dt="2026-07-09T10:35:08.347" v="643" actId="21"/>
          <ac:picMkLst>
            <pc:docMk/>
            <pc:sldMk cId="1784994770" sldId="304"/>
            <ac:picMk id="6" creationId="{FC57D15F-08A0-FB4D-8C46-E04931C54055}"/>
          </ac:picMkLst>
        </pc:picChg>
        <pc:picChg chg="add mod modCrop">
          <ac:chgData name="Jair Andrade" userId="ac9439da21bf4221" providerId="LiveId" clId="{59BA6069-060F-594C-9A4C-6655F669613E}" dt="2026-07-09T10:40:17.124" v="713" actId="1076"/>
          <ac:picMkLst>
            <pc:docMk/>
            <pc:sldMk cId="1784994770" sldId="304"/>
            <ac:picMk id="8" creationId="{DAFCFD7A-12C0-2E48-B3D7-9C60D293325F}"/>
          </ac:picMkLst>
        </pc:picChg>
        <pc:picChg chg="add mod">
          <ac:chgData name="Jair Andrade" userId="ac9439da21bf4221" providerId="LiveId" clId="{59BA6069-060F-594C-9A4C-6655F669613E}" dt="2026-07-09T10:40:34.027" v="717" actId="1076"/>
          <ac:picMkLst>
            <pc:docMk/>
            <pc:sldMk cId="1784994770" sldId="304"/>
            <ac:picMk id="10" creationId="{C54C9C34-BE7F-9549-A8EF-E5BBB5C94BB6}"/>
          </ac:picMkLst>
        </pc:picChg>
        <pc:picChg chg="add mod">
          <ac:chgData name="Jair Andrade" userId="ac9439da21bf4221" providerId="LiveId" clId="{59BA6069-060F-594C-9A4C-6655F669613E}" dt="2026-07-09T10:47:02.631" v="753" actId="1076"/>
          <ac:picMkLst>
            <pc:docMk/>
            <pc:sldMk cId="1784994770" sldId="304"/>
            <ac:picMk id="1026" creationId="{5EF98064-3F3A-2247-B431-18999E83C013}"/>
          </ac:picMkLst>
        </pc:picChg>
      </pc:sldChg>
      <pc:sldChg chg="addSp delSp modSp new mod modAnim">
        <pc:chgData name="Jair Andrade" userId="ac9439da21bf4221" providerId="LiveId" clId="{59BA6069-060F-594C-9A4C-6655F669613E}" dt="2026-07-09T14:33:41.375" v="2077" actId="478"/>
        <pc:sldMkLst>
          <pc:docMk/>
          <pc:sldMk cId="183592833" sldId="305"/>
        </pc:sldMkLst>
        <pc:spChg chg="mod">
          <ac:chgData name="Jair Andrade" userId="ac9439da21bf4221" providerId="LiveId" clId="{59BA6069-060F-594C-9A4C-6655F669613E}" dt="2026-07-09T10:35:05.030" v="642" actId="20577"/>
          <ac:spMkLst>
            <pc:docMk/>
            <pc:sldMk cId="183592833" sldId="305"/>
            <ac:spMk id="2" creationId="{3349EDC3-CB9A-EC48-94B2-06874FB70A92}"/>
          </ac:spMkLst>
        </pc:spChg>
        <pc:spChg chg="del">
          <ac:chgData name="Jair Andrade" userId="ac9439da21bf4221" providerId="LiveId" clId="{59BA6069-060F-594C-9A4C-6655F669613E}" dt="2026-07-09T10:35:11.768" v="644" actId="478"/>
          <ac:spMkLst>
            <pc:docMk/>
            <pc:sldMk cId="183592833" sldId="305"/>
            <ac:spMk id="3" creationId="{39209ACB-FD47-3F41-8C14-3EA05F27D96A}"/>
          </ac:spMkLst>
        </pc:spChg>
        <pc:spChg chg="add mod">
          <ac:chgData name="Jair Andrade" userId="ac9439da21bf4221" providerId="LiveId" clId="{59BA6069-060F-594C-9A4C-6655F669613E}" dt="2026-07-09T11:15:27.233" v="875" actId="1076"/>
          <ac:spMkLst>
            <pc:docMk/>
            <pc:sldMk cId="183592833" sldId="305"/>
            <ac:spMk id="6" creationId="{903AFFDE-0760-2B4C-91E8-4F27967E18D6}"/>
          </ac:spMkLst>
        </pc:spChg>
        <pc:spChg chg="add mod">
          <ac:chgData name="Jair Andrade" userId="ac9439da21bf4221" providerId="LiveId" clId="{59BA6069-060F-594C-9A4C-6655F669613E}" dt="2026-07-09T11:15:22.429" v="874" actId="1076"/>
          <ac:spMkLst>
            <pc:docMk/>
            <pc:sldMk cId="183592833" sldId="305"/>
            <ac:spMk id="7" creationId="{C136AC91-8A82-7846-B927-C9D82BCCCD7E}"/>
          </ac:spMkLst>
        </pc:spChg>
        <pc:spChg chg="add mod">
          <ac:chgData name="Jair Andrade" userId="ac9439da21bf4221" providerId="LiveId" clId="{59BA6069-060F-594C-9A4C-6655F669613E}" dt="2026-07-09T11:15:27.233" v="875" actId="1076"/>
          <ac:spMkLst>
            <pc:docMk/>
            <pc:sldMk cId="183592833" sldId="305"/>
            <ac:spMk id="9" creationId="{9BA84E63-44A1-F64D-8226-A3E323F27D3C}"/>
          </ac:spMkLst>
        </pc:spChg>
        <pc:spChg chg="add mod">
          <ac:chgData name="Jair Andrade" userId="ac9439da21bf4221" providerId="LiveId" clId="{59BA6069-060F-594C-9A4C-6655F669613E}" dt="2026-07-09T11:40:52.503" v="1095" actId="164"/>
          <ac:spMkLst>
            <pc:docMk/>
            <pc:sldMk cId="183592833" sldId="305"/>
            <ac:spMk id="18" creationId="{989DA1A1-5028-9445-A89A-6A6AE4B0FFC2}"/>
          </ac:spMkLst>
        </pc:spChg>
        <pc:spChg chg="add mod">
          <ac:chgData name="Jair Andrade" userId="ac9439da21bf4221" providerId="LiveId" clId="{59BA6069-060F-594C-9A4C-6655F669613E}" dt="2026-07-09T11:40:52.503" v="1095" actId="164"/>
          <ac:spMkLst>
            <pc:docMk/>
            <pc:sldMk cId="183592833" sldId="305"/>
            <ac:spMk id="19" creationId="{FFF78D4B-7C28-E146-A1D6-6DA51F53A93D}"/>
          </ac:spMkLst>
        </pc:spChg>
        <pc:spChg chg="add mod">
          <ac:chgData name="Jair Andrade" userId="ac9439da21bf4221" providerId="LiveId" clId="{59BA6069-060F-594C-9A4C-6655F669613E}" dt="2026-07-09T11:41:14.667" v="1101" actId="1076"/>
          <ac:spMkLst>
            <pc:docMk/>
            <pc:sldMk cId="183592833" sldId="305"/>
            <ac:spMk id="20" creationId="{14CA5CC9-F2BE-944B-8C4A-45F155067CD4}"/>
          </ac:spMkLst>
        </pc:spChg>
        <pc:spChg chg="add mod">
          <ac:chgData name="Jair Andrade" userId="ac9439da21bf4221" providerId="LiveId" clId="{59BA6069-060F-594C-9A4C-6655F669613E}" dt="2026-07-09T11:41:16.829" v="1102" actId="1076"/>
          <ac:spMkLst>
            <pc:docMk/>
            <pc:sldMk cId="183592833" sldId="305"/>
            <ac:spMk id="21" creationId="{523AB7CD-56EF-0943-B3A7-C0BC5C858C89}"/>
          </ac:spMkLst>
        </pc:spChg>
        <pc:grpChg chg="add mod">
          <ac:chgData name="Jair Andrade" userId="ac9439da21bf4221" providerId="LiveId" clId="{59BA6069-060F-594C-9A4C-6655F669613E}" dt="2026-07-09T11:40:59.601" v="1096" actId="1076"/>
          <ac:grpSpMkLst>
            <pc:docMk/>
            <pc:sldMk cId="183592833" sldId="305"/>
            <ac:grpSpMk id="24" creationId="{D6389628-9E83-2F45-9B4E-7B1A734B91EA}"/>
          </ac:grpSpMkLst>
        </pc:grpChg>
        <pc:picChg chg="add del mod">
          <ac:chgData name="Jair Andrade" userId="ac9439da21bf4221" providerId="LiveId" clId="{59BA6069-060F-594C-9A4C-6655F669613E}" dt="2026-07-09T11:12:30.924" v="827" actId="478"/>
          <ac:picMkLst>
            <pc:docMk/>
            <pc:sldMk cId="183592833" sldId="305"/>
            <ac:picMk id="5" creationId="{0453160A-FFF5-D943-89EF-BD1EEA6999C8}"/>
          </ac:picMkLst>
        </pc:picChg>
        <pc:picChg chg="add del mod">
          <ac:chgData name="Jair Andrade" userId="ac9439da21bf4221" providerId="LiveId" clId="{59BA6069-060F-594C-9A4C-6655F669613E}" dt="2026-07-09T11:14:59.046" v="864" actId="478"/>
          <ac:picMkLst>
            <pc:docMk/>
            <pc:sldMk cId="183592833" sldId="305"/>
            <ac:picMk id="8" creationId="{3389B74B-CBF2-F04C-9CC1-ED51B9AF6F67}"/>
          </ac:picMkLst>
        </pc:picChg>
        <pc:picChg chg="add mod">
          <ac:chgData name="Jair Andrade" userId="ac9439da21bf4221" providerId="LiveId" clId="{59BA6069-060F-594C-9A4C-6655F669613E}" dt="2026-07-09T11:15:19.831" v="873" actId="1076"/>
          <ac:picMkLst>
            <pc:docMk/>
            <pc:sldMk cId="183592833" sldId="305"/>
            <ac:picMk id="12" creationId="{92B3B92E-42A1-C64F-8A8C-03AD78C3837C}"/>
          </ac:picMkLst>
        </pc:picChg>
        <pc:picChg chg="add del mod">
          <ac:chgData name="Jair Andrade" userId="ac9439da21bf4221" providerId="LiveId" clId="{59BA6069-060F-594C-9A4C-6655F669613E}" dt="2026-07-09T11:25:01.169" v="878" actId="478"/>
          <ac:picMkLst>
            <pc:docMk/>
            <pc:sldMk cId="183592833" sldId="305"/>
            <ac:picMk id="14" creationId="{B9D1604E-9535-6E4D-B921-94112827DEBF}"/>
          </ac:picMkLst>
        </pc:picChg>
        <pc:picChg chg="add del mod">
          <ac:chgData name="Jair Andrade" userId="ac9439da21bf4221" providerId="LiveId" clId="{59BA6069-060F-594C-9A4C-6655F669613E}" dt="2026-07-09T11:40:52.503" v="1095" actId="164"/>
          <ac:picMkLst>
            <pc:docMk/>
            <pc:sldMk cId="183592833" sldId="305"/>
            <ac:picMk id="16" creationId="{A6261A57-0203-B343-97DB-24D17A63AF04}"/>
          </ac:picMkLst>
        </pc:picChg>
        <pc:picChg chg="add mod">
          <ac:chgData name="Jair Andrade" userId="ac9439da21bf4221" providerId="LiveId" clId="{59BA6069-060F-594C-9A4C-6655F669613E}" dt="2026-07-09T11:43:32.296" v="1127" actId="14100"/>
          <ac:picMkLst>
            <pc:docMk/>
            <pc:sldMk cId="183592833" sldId="305"/>
            <ac:picMk id="17" creationId="{32D64094-6D6B-A240-8B19-37814BEE732E}"/>
          </ac:picMkLst>
        </pc:picChg>
        <pc:picChg chg="add mod">
          <ac:chgData name="Jair Andrade" userId="ac9439da21bf4221" providerId="LiveId" clId="{59BA6069-060F-594C-9A4C-6655F669613E}" dt="2026-07-09T11:41:10.638" v="1100" actId="1076"/>
          <ac:picMkLst>
            <pc:docMk/>
            <pc:sldMk cId="183592833" sldId="305"/>
            <ac:picMk id="23" creationId="{C8ECBAC5-DC73-D44D-93CA-214EB9173D65}"/>
          </ac:picMkLst>
        </pc:picChg>
        <pc:picChg chg="add del mod">
          <ac:chgData name="Jair Andrade" userId="ac9439da21bf4221" providerId="LiveId" clId="{59BA6069-060F-594C-9A4C-6655F669613E}" dt="2026-07-09T14:33:41.375" v="2077" actId="478"/>
          <ac:picMkLst>
            <pc:docMk/>
            <pc:sldMk cId="183592833" sldId="305"/>
            <ac:picMk id="26" creationId="{88574EA0-0165-3C4F-AC03-C809CD83D36C}"/>
          </ac:picMkLst>
        </pc:picChg>
        <pc:cxnChg chg="add mod">
          <ac:chgData name="Jair Andrade" userId="ac9439da21bf4221" providerId="LiveId" clId="{59BA6069-060F-594C-9A4C-6655F669613E}" dt="2026-07-09T11:15:27.233" v="875" actId="1076"/>
          <ac:cxnSpMkLst>
            <pc:docMk/>
            <pc:sldMk cId="183592833" sldId="305"/>
            <ac:cxnSpMk id="11" creationId="{EF00CF4F-224F-A147-BE87-1625485971F2}"/>
          </ac:cxnSpMkLst>
        </pc:cxnChg>
      </pc:sldChg>
      <pc:sldChg chg="addSp modSp new mod modAnim">
        <pc:chgData name="Jair Andrade" userId="ac9439da21bf4221" providerId="LiveId" clId="{59BA6069-060F-594C-9A4C-6655F669613E}" dt="2026-07-09T12:19:06.019" v="1697" actId="1036"/>
        <pc:sldMkLst>
          <pc:docMk/>
          <pc:sldMk cId="4250906806" sldId="306"/>
        </pc:sldMkLst>
        <pc:spChg chg="mod">
          <ac:chgData name="Jair Andrade" userId="ac9439da21bf4221" providerId="LiveId" clId="{59BA6069-060F-594C-9A4C-6655F669613E}" dt="2026-07-09T11:57:34.257" v="1191" actId="20577"/>
          <ac:spMkLst>
            <pc:docMk/>
            <pc:sldMk cId="4250906806" sldId="306"/>
            <ac:spMk id="2" creationId="{FE9DA1D8-6BCD-FA44-8ABF-4F09F8D27BC0}"/>
          </ac:spMkLst>
        </pc:spChg>
        <pc:spChg chg="mod">
          <ac:chgData name="Jair Andrade" userId="ac9439da21bf4221" providerId="LiveId" clId="{59BA6069-060F-594C-9A4C-6655F669613E}" dt="2026-07-09T12:03:48.171" v="1613" actId="20577"/>
          <ac:spMkLst>
            <pc:docMk/>
            <pc:sldMk cId="4250906806" sldId="306"/>
            <ac:spMk id="3" creationId="{7CF26902-BCCE-3D4E-AA1A-A5268459CFCE}"/>
          </ac:spMkLst>
        </pc:spChg>
        <pc:spChg chg="add mod">
          <ac:chgData name="Jair Andrade" userId="ac9439da21bf4221" providerId="LiveId" clId="{59BA6069-060F-594C-9A4C-6655F669613E}" dt="2026-07-09T12:04:02.639" v="1617" actId="14100"/>
          <ac:spMkLst>
            <pc:docMk/>
            <pc:sldMk cId="4250906806" sldId="306"/>
            <ac:spMk id="7" creationId="{40EDE217-BB2C-5E4D-A64A-2D98E1806E3A}"/>
          </ac:spMkLst>
        </pc:spChg>
        <pc:spChg chg="add mod">
          <ac:chgData name="Jair Andrade" userId="ac9439da21bf4221" providerId="LiveId" clId="{59BA6069-060F-594C-9A4C-6655F669613E}" dt="2026-07-09T12:07:26.943" v="1642" actId="207"/>
          <ac:spMkLst>
            <pc:docMk/>
            <pc:sldMk cId="4250906806" sldId="306"/>
            <ac:spMk id="9" creationId="{97D33CC1-9B48-6542-AA0D-0E163C25CBC1}"/>
          </ac:spMkLst>
        </pc:spChg>
        <pc:spChg chg="add mod">
          <ac:chgData name="Jair Andrade" userId="ac9439da21bf4221" providerId="LiveId" clId="{59BA6069-060F-594C-9A4C-6655F669613E}" dt="2026-07-09T12:19:06.019" v="1697" actId="1036"/>
          <ac:spMkLst>
            <pc:docMk/>
            <pc:sldMk cId="4250906806" sldId="306"/>
            <ac:spMk id="11" creationId="{B46B19E8-709F-A14E-BE6B-22804F25CA09}"/>
          </ac:spMkLst>
        </pc:spChg>
        <pc:spChg chg="add mod">
          <ac:chgData name="Jair Andrade" userId="ac9439da21bf4221" providerId="LiveId" clId="{59BA6069-060F-594C-9A4C-6655F669613E}" dt="2026-07-09T12:19:06.019" v="1697" actId="1036"/>
          <ac:spMkLst>
            <pc:docMk/>
            <pc:sldMk cId="4250906806" sldId="306"/>
            <ac:spMk id="12" creationId="{90407EC8-57BF-C344-87ED-5425F1D82FBE}"/>
          </ac:spMkLst>
        </pc:spChg>
        <pc:picChg chg="add mod">
          <ac:chgData name="Jair Andrade" userId="ac9439da21bf4221" providerId="LiveId" clId="{59BA6069-060F-594C-9A4C-6655F669613E}" dt="2026-07-09T12:19:06.019" v="1697" actId="1036"/>
          <ac:picMkLst>
            <pc:docMk/>
            <pc:sldMk cId="4250906806" sldId="306"/>
            <ac:picMk id="5" creationId="{E5F015A7-3EDE-CD41-8806-168FD4A8FC26}"/>
          </ac:picMkLst>
        </pc:picChg>
        <pc:picChg chg="add mod">
          <ac:chgData name="Jair Andrade" userId="ac9439da21bf4221" providerId="LiveId" clId="{59BA6069-060F-594C-9A4C-6655F669613E}" dt="2026-07-09T12:19:06.019" v="1697" actId="1036"/>
          <ac:picMkLst>
            <pc:docMk/>
            <pc:sldMk cId="4250906806" sldId="306"/>
            <ac:picMk id="10" creationId="{BC70E578-79BD-7D42-9003-7B829177A9CE}"/>
          </ac:picMkLst>
        </pc:picChg>
      </pc:sldChg>
      <pc:sldChg chg="addSp delSp modSp new mod delAnim modAnim">
        <pc:chgData name="Jair Andrade" userId="ac9439da21bf4221" providerId="LiveId" clId="{59BA6069-060F-594C-9A4C-6655F669613E}" dt="2026-07-09T21:35:06.041" v="3310" actId="1036"/>
        <pc:sldMkLst>
          <pc:docMk/>
          <pc:sldMk cId="62749628" sldId="307"/>
        </pc:sldMkLst>
        <pc:spChg chg="mod">
          <ac:chgData name="Jair Andrade" userId="ac9439da21bf4221" providerId="LiveId" clId="{59BA6069-060F-594C-9A4C-6655F669613E}" dt="2026-07-09T12:34:48.550" v="1724" actId="20577"/>
          <ac:spMkLst>
            <pc:docMk/>
            <pc:sldMk cId="62749628" sldId="307"/>
            <ac:spMk id="2" creationId="{06503883-460A-DE44-95D9-1375016ECB6C}"/>
          </ac:spMkLst>
        </pc:spChg>
        <pc:spChg chg="del">
          <ac:chgData name="Jair Andrade" userId="ac9439da21bf4221" providerId="LiveId" clId="{59BA6069-060F-594C-9A4C-6655F669613E}" dt="2026-07-09T12:35:05.818" v="1725" actId="478"/>
          <ac:spMkLst>
            <pc:docMk/>
            <pc:sldMk cId="62749628" sldId="307"/>
            <ac:spMk id="3" creationId="{B62DFC6D-F069-0F41-A202-478EDDCFA4D3}"/>
          </ac:spMkLst>
        </pc:spChg>
        <pc:spChg chg="add mod">
          <ac:chgData name="Jair Andrade" userId="ac9439da21bf4221" providerId="LiveId" clId="{59BA6069-060F-594C-9A4C-6655F669613E}" dt="2026-07-09T12:42:17.673" v="1921" actId="207"/>
          <ac:spMkLst>
            <pc:docMk/>
            <pc:sldMk cId="62749628" sldId="307"/>
            <ac:spMk id="6" creationId="{367AFA94-9845-234A-8245-06DD8AF13131}"/>
          </ac:spMkLst>
        </pc:spChg>
        <pc:spChg chg="add mod">
          <ac:chgData name="Jair Andrade" userId="ac9439da21bf4221" providerId="LiveId" clId="{59BA6069-060F-594C-9A4C-6655F669613E}" dt="2026-07-09T12:42:08.069" v="1918" actId="1076"/>
          <ac:spMkLst>
            <pc:docMk/>
            <pc:sldMk cId="62749628" sldId="307"/>
            <ac:spMk id="7" creationId="{2708FD89-2897-224F-8B20-503EB5E487BA}"/>
          </ac:spMkLst>
        </pc:spChg>
        <pc:spChg chg="add mod">
          <ac:chgData name="Jair Andrade" userId="ac9439da21bf4221" providerId="LiveId" clId="{59BA6069-060F-594C-9A4C-6655F669613E}" dt="2026-07-09T12:42:23.667" v="1922" actId="207"/>
          <ac:spMkLst>
            <pc:docMk/>
            <pc:sldMk cId="62749628" sldId="307"/>
            <ac:spMk id="8" creationId="{C5C33E5C-45A9-D54D-9520-833605210F05}"/>
          </ac:spMkLst>
        </pc:spChg>
        <pc:spChg chg="add del mod">
          <ac:chgData name="Jair Andrade" userId="ac9439da21bf4221" providerId="LiveId" clId="{59BA6069-060F-594C-9A4C-6655F669613E}" dt="2026-07-09T12:38:31.443" v="1783"/>
          <ac:spMkLst>
            <pc:docMk/>
            <pc:sldMk cId="62749628" sldId="307"/>
            <ac:spMk id="9" creationId="{80AFE31E-98B6-4449-87E4-5E9DB4C1D803}"/>
          </ac:spMkLst>
        </pc:spChg>
        <pc:spChg chg="add mod">
          <ac:chgData name="Jair Andrade" userId="ac9439da21bf4221" providerId="LiveId" clId="{59BA6069-060F-594C-9A4C-6655F669613E}" dt="2026-07-09T12:42:11.200" v="1919" actId="1076"/>
          <ac:spMkLst>
            <pc:docMk/>
            <pc:sldMk cId="62749628" sldId="307"/>
            <ac:spMk id="10" creationId="{178CDBC2-C722-5E42-9397-A11D554EEAE3}"/>
          </ac:spMkLst>
        </pc:spChg>
        <pc:spChg chg="add mod">
          <ac:chgData name="Jair Andrade" userId="ac9439da21bf4221" providerId="LiveId" clId="{59BA6069-060F-594C-9A4C-6655F669613E}" dt="2026-07-09T12:57:48.126" v="2074" actId="20577"/>
          <ac:spMkLst>
            <pc:docMk/>
            <pc:sldMk cId="62749628" sldId="307"/>
            <ac:spMk id="11" creationId="{9B7CD438-EE26-5748-8A35-137EF022B888}"/>
          </ac:spMkLst>
        </pc:spChg>
        <pc:spChg chg="add mod">
          <ac:chgData name="Jair Andrade" userId="ac9439da21bf4221" providerId="LiveId" clId="{59BA6069-060F-594C-9A4C-6655F669613E}" dt="2026-07-09T21:33:08.465" v="3307" actId="1076"/>
          <ac:spMkLst>
            <pc:docMk/>
            <pc:sldMk cId="62749628" sldId="307"/>
            <ac:spMk id="13" creationId="{5ABDD47E-D8CB-B44C-861E-B4276B66A2D7}"/>
          </ac:spMkLst>
        </pc:spChg>
        <pc:spChg chg="add mod">
          <ac:chgData name="Jair Andrade" userId="ac9439da21bf4221" providerId="LiveId" clId="{59BA6069-060F-594C-9A4C-6655F669613E}" dt="2026-07-09T12:57:54.727" v="2075" actId="1076"/>
          <ac:spMkLst>
            <pc:docMk/>
            <pc:sldMk cId="62749628" sldId="307"/>
            <ac:spMk id="14" creationId="{AD3370F0-1224-424C-8E6E-01A57B2615C0}"/>
          </ac:spMkLst>
        </pc:spChg>
        <pc:spChg chg="add del mod">
          <ac:chgData name="Jair Andrade" userId="ac9439da21bf4221" providerId="LiveId" clId="{59BA6069-060F-594C-9A4C-6655F669613E}" dt="2026-07-09T12:44:25.774" v="1951" actId="478"/>
          <ac:spMkLst>
            <pc:docMk/>
            <pc:sldMk cId="62749628" sldId="307"/>
            <ac:spMk id="15" creationId="{819089DD-C41D-5344-8EED-9F4CC15FFAB4}"/>
          </ac:spMkLst>
        </pc:spChg>
        <pc:spChg chg="add mod">
          <ac:chgData name="Jair Andrade" userId="ac9439da21bf4221" providerId="LiveId" clId="{59BA6069-060F-594C-9A4C-6655F669613E}" dt="2026-07-09T12:49:44.632" v="2047" actId="164"/>
          <ac:spMkLst>
            <pc:docMk/>
            <pc:sldMk cId="62749628" sldId="307"/>
            <ac:spMk id="17" creationId="{86EA109C-AAA6-4C49-858E-CE1C97F0C91D}"/>
          </ac:spMkLst>
        </pc:spChg>
        <pc:spChg chg="add mod">
          <ac:chgData name="Jair Andrade" userId="ac9439da21bf4221" providerId="LiveId" clId="{59BA6069-060F-594C-9A4C-6655F669613E}" dt="2026-07-09T12:47:49.917" v="1997" actId="1076"/>
          <ac:spMkLst>
            <pc:docMk/>
            <pc:sldMk cId="62749628" sldId="307"/>
            <ac:spMk id="18" creationId="{CC48FB0D-7318-E948-9BDB-BF0CAFC93772}"/>
          </ac:spMkLst>
        </pc:spChg>
        <pc:spChg chg="add mod">
          <ac:chgData name="Jair Andrade" userId="ac9439da21bf4221" providerId="LiveId" clId="{59BA6069-060F-594C-9A4C-6655F669613E}" dt="2026-07-09T12:48:07.846" v="2013" actId="1076"/>
          <ac:spMkLst>
            <pc:docMk/>
            <pc:sldMk cId="62749628" sldId="307"/>
            <ac:spMk id="19" creationId="{486CB337-DC93-1648-B327-53EBDD534C57}"/>
          </ac:spMkLst>
        </pc:spChg>
        <pc:spChg chg="add mod">
          <ac:chgData name="Jair Andrade" userId="ac9439da21bf4221" providerId="LiveId" clId="{59BA6069-060F-594C-9A4C-6655F669613E}" dt="2026-07-09T12:49:44.632" v="2047" actId="164"/>
          <ac:spMkLst>
            <pc:docMk/>
            <pc:sldMk cId="62749628" sldId="307"/>
            <ac:spMk id="20" creationId="{CD14C917-B282-CA4F-A389-156D4B555488}"/>
          </ac:spMkLst>
        </pc:spChg>
        <pc:spChg chg="add mod">
          <ac:chgData name="Jair Andrade" userId="ac9439da21bf4221" providerId="LiveId" clId="{59BA6069-060F-594C-9A4C-6655F669613E}" dt="2026-07-09T12:52:17.732" v="2051" actId="208"/>
          <ac:spMkLst>
            <pc:docMk/>
            <pc:sldMk cId="62749628" sldId="307"/>
            <ac:spMk id="22" creationId="{03C762D6-EAC0-7843-9B7E-27EF36736E60}"/>
          </ac:spMkLst>
        </pc:spChg>
        <pc:spChg chg="add mod">
          <ac:chgData name="Jair Andrade" userId="ac9439da21bf4221" providerId="LiveId" clId="{59BA6069-060F-594C-9A4C-6655F669613E}" dt="2026-07-09T12:52:24.564" v="2053" actId="1076"/>
          <ac:spMkLst>
            <pc:docMk/>
            <pc:sldMk cId="62749628" sldId="307"/>
            <ac:spMk id="23" creationId="{01CE3A5B-5148-B340-B7CB-51AAA1D544D1}"/>
          </ac:spMkLst>
        </pc:spChg>
        <pc:spChg chg="add del mod">
          <ac:chgData name="Jair Andrade" userId="ac9439da21bf4221" providerId="LiveId" clId="{59BA6069-060F-594C-9A4C-6655F669613E}" dt="2026-07-09T21:32:40.860" v="3295" actId="21"/>
          <ac:spMkLst>
            <pc:docMk/>
            <pc:sldMk cId="62749628" sldId="307"/>
            <ac:spMk id="28" creationId="{285C0A4D-B4BD-B842-A3A7-AA55D4B27C4D}"/>
          </ac:spMkLst>
        </pc:spChg>
        <pc:spChg chg="add del mod">
          <ac:chgData name="Jair Andrade" userId="ac9439da21bf4221" providerId="LiveId" clId="{59BA6069-060F-594C-9A4C-6655F669613E}" dt="2026-07-09T21:30:34.487" v="3201" actId="21"/>
          <ac:spMkLst>
            <pc:docMk/>
            <pc:sldMk cId="62749628" sldId="307"/>
            <ac:spMk id="29" creationId="{8D531097-6A47-7C4D-BCBA-B9187BDC72FD}"/>
          </ac:spMkLst>
        </pc:spChg>
        <pc:grpChg chg="add mod">
          <ac:chgData name="Jair Andrade" userId="ac9439da21bf4221" providerId="LiveId" clId="{59BA6069-060F-594C-9A4C-6655F669613E}" dt="2026-07-09T12:49:44.632" v="2047" actId="164"/>
          <ac:grpSpMkLst>
            <pc:docMk/>
            <pc:sldMk cId="62749628" sldId="307"/>
            <ac:grpSpMk id="21" creationId="{8CC4FD52-7BAF-624F-A9FC-78DBFB2AB983}"/>
          </ac:grpSpMkLst>
        </pc:grpChg>
        <pc:graphicFrameChg chg="add mod modGraphic">
          <ac:chgData name="Jair Andrade" userId="ac9439da21bf4221" providerId="LiveId" clId="{59BA6069-060F-594C-9A4C-6655F669613E}" dt="2026-07-09T21:35:06.041" v="3310" actId="1036"/>
          <ac:graphicFrameMkLst>
            <pc:docMk/>
            <pc:sldMk cId="62749628" sldId="307"/>
            <ac:graphicFrameMk id="30" creationId="{1FF55D58-98F8-E144-BF21-A8386E266920}"/>
          </ac:graphicFrameMkLst>
        </pc:graphicFrameChg>
        <pc:picChg chg="add mod">
          <ac:chgData name="Jair Andrade" userId="ac9439da21bf4221" providerId="LiveId" clId="{59BA6069-060F-594C-9A4C-6655F669613E}" dt="2026-07-09T21:33:08.465" v="3307" actId="1076"/>
          <ac:picMkLst>
            <pc:docMk/>
            <pc:sldMk cId="62749628" sldId="307"/>
            <ac:picMk id="5" creationId="{9BD24543-2386-7447-9389-804AA01A6A60}"/>
          </ac:picMkLst>
        </pc:picChg>
        <pc:picChg chg="add del mod">
          <ac:chgData name="Jair Andrade" userId="ac9439da21bf4221" providerId="LiveId" clId="{59BA6069-060F-594C-9A4C-6655F669613E}" dt="2026-07-09T14:34:22.800" v="2082" actId="478"/>
          <ac:picMkLst>
            <pc:docMk/>
            <pc:sldMk cId="62749628" sldId="307"/>
            <ac:picMk id="25" creationId="{EE890C25-75A8-A941-BAEC-3E0F6F4098DD}"/>
          </ac:picMkLst>
        </pc:picChg>
        <pc:picChg chg="add del mod">
          <ac:chgData name="Jair Andrade" userId="ac9439da21bf4221" providerId="LiveId" clId="{59BA6069-060F-594C-9A4C-6655F669613E}" dt="2026-07-09T21:30:52.806" v="3241" actId="478"/>
          <ac:picMkLst>
            <pc:docMk/>
            <pc:sldMk cId="62749628" sldId="307"/>
            <ac:picMk id="27" creationId="{F9CAFF7D-3C22-8C4F-9C11-9A01F6FE7A95}"/>
          </ac:picMkLst>
        </pc:picChg>
      </pc:sldChg>
      <pc:sldChg chg="new del">
        <pc:chgData name="Jair Andrade" userId="ac9439da21bf4221" providerId="LiveId" clId="{59BA6069-060F-594C-9A4C-6655F669613E}" dt="2026-07-09T14:33:50.265" v="2079" actId="680"/>
        <pc:sldMkLst>
          <pc:docMk/>
          <pc:sldMk cId="2366061327" sldId="308"/>
        </pc:sldMkLst>
      </pc:sldChg>
      <pc:sldChg chg="addSp delSp modSp new mod modAnim">
        <pc:chgData name="Jair Andrade" userId="ac9439da21bf4221" providerId="LiveId" clId="{59BA6069-060F-594C-9A4C-6655F669613E}" dt="2026-07-09T22:06:33.651" v="3354" actId="732"/>
        <pc:sldMkLst>
          <pc:docMk/>
          <pc:sldMk cId="3679557667" sldId="308"/>
        </pc:sldMkLst>
        <pc:spChg chg="mod">
          <ac:chgData name="Jair Andrade" userId="ac9439da21bf4221" providerId="LiveId" clId="{59BA6069-060F-594C-9A4C-6655F669613E}" dt="2026-07-09T14:38:20.523" v="2246" actId="20577"/>
          <ac:spMkLst>
            <pc:docMk/>
            <pc:sldMk cId="3679557667" sldId="308"/>
            <ac:spMk id="2" creationId="{7E31FA74-E2FF-2845-A200-E9CD16E7BB8F}"/>
          </ac:spMkLst>
        </pc:spChg>
        <pc:spChg chg="del mod">
          <ac:chgData name="Jair Andrade" userId="ac9439da21bf4221" providerId="LiveId" clId="{59BA6069-060F-594C-9A4C-6655F669613E}" dt="2026-07-09T14:38:25.466" v="2248" actId="478"/>
          <ac:spMkLst>
            <pc:docMk/>
            <pc:sldMk cId="3679557667" sldId="308"/>
            <ac:spMk id="3" creationId="{42F35B70-0783-D34F-BCF8-C7F1528EF7D5}"/>
          </ac:spMkLst>
        </pc:spChg>
        <pc:spChg chg="add mod">
          <ac:chgData name="Jair Andrade" userId="ac9439da21bf4221" providerId="LiveId" clId="{59BA6069-060F-594C-9A4C-6655F669613E}" dt="2026-07-09T15:16:17.823" v="2379" actId="1076"/>
          <ac:spMkLst>
            <pc:docMk/>
            <pc:sldMk cId="3679557667" sldId="308"/>
            <ac:spMk id="13" creationId="{E30EB3C2-8054-374C-BBD8-30C720042277}"/>
          </ac:spMkLst>
        </pc:spChg>
        <pc:spChg chg="add mod">
          <ac:chgData name="Jair Andrade" userId="ac9439da21bf4221" providerId="LiveId" clId="{59BA6069-060F-594C-9A4C-6655F669613E}" dt="2026-07-09T15:16:49.587" v="2386" actId="1076"/>
          <ac:spMkLst>
            <pc:docMk/>
            <pc:sldMk cId="3679557667" sldId="308"/>
            <ac:spMk id="14" creationId="{27F7FDDC-533B-2E43-B540-A98A05A57A5B}"/>
          </ac:spMkLst>
        </pc:spChg>
        <pc:spChg chg="add mod">
          <ac:chgData name="Jair Andrade" userId="ac9439da21bf4221" providerId="LiveId" clId="{59BA6069-060F-594C-9A4C-6655F669613E}" dt="2026-07-09T15:15:45.065" v="2345" actId="1076"/>
          <ac:spMkLst>
            <pc:docMk/>
            <pc:sldMk cId="3679557667" sldId="308"/>
            <ac:spMk id="15" creationId="{B4505E6E-3431-FE43-B7FF-3BA26525E806}"/>
          </ac:spMkLst>
        </pc:spChg>
        <pc:spChg chg="add mod">
          <ac:chgData name="Jair Andrade" userId="ac9439da21bf4221" providerId="LiveId" clId="{59BA6069-060F-594C-9A4C-6655F669613E}" dt="2026-07-09T15:15:57.981" v="2351" actId="1076"/>
          <ac:spMkLst>
            <pc:docMk/>
            <pc:sldMk cId="3679557667" sldId="308"/>
            <ac:spMk id="16" creationId="{F2AA9ED6-DB2D-2C46-A205-D84AF41FBB2C}"/>
          </ac:spMkLst>
        </pc:spChg>
        <pc:spChg chg="add mod">
          <ac:chgData name="Jair Andrade" userId="ac9439da21bf4221" providerId="LiveId" clId="{59BA6069-060F-594C-9A4C-6655F669613E}" dt="2026-07-09T15:16:05.246" v="2356" actId="20577"/>
          <ac:spMkLst>
            <pc:docMk/>
            <pc:sldMk cId="3679557667" sldId="308"/>
            <ac:spMk id="17" creationId="{915F846A-D75C-B443-9D95-648D0775A80B}"/>
          </ac:spMkLst>
        </pc:spChg>
        <pc:spChg chg="add mod">
          <ac:chgData name="Jair Andrade" userId="ac9439da21bf4221" providerId="LiveId" clId="{59BA6069-060F-594C-9A4C-6655F669613E}" dt="2026-07-09T15:16:30.799" v="2385" actId="1076"/>
          <ac:spMkLst>
            <pc:docMk/>
            <pc:sldMk cId="3679557667" sldId="308"/>
            <ac:spMk id="19" creationId="{5DB64B52-D952-E74C-8C6F-9477C98C1AAA}"/>
          </ac:spMkLst>
        </pc:spChg>
        <pc:picChg chg="add del mod">
          <ac:chgData name="Jair Andrade" userId="ac9439da21bf4221" providerId="LiveId" clId="{59BA6069-060F-594C-9A4C-6655F669613E}" dt="2026-07-09T14:45:09.827" v="2267" actId="478"/>
          <ac:picMkLst>
            <pc:docMk/>
            <pc:sldMk cId="3679557667" sldId="308"/>
            <ac:picMk id="6" creationId="{B961BB9F-9D28-FD40-9A13-611A8CCB4BCA}"/>
          </ac:picMkLst>
        </pc:picChg>
        <pc:picChg chg="add mod">
          <ac:chgData name="Jair Andrade" userId="ac9439da21bf4221" providerId="LiveId" clId="{59BA6069-060F-594C-9A4C-6655F669613E}" dt="2026-07-09T14:45:30.125" v="2273" actId="1076"/>
          <ac:picMkLst>
            <pc:docMk/>
            <pc:sldMk cId="3679557667" sldId="308"/>
            <ac:picMk id="8" creationId="{1E82EE3A-5113-FE4A-8AB4-0EAFDCB68A9C}"/>
          </ac:picMkLst>
        </pc:picChg>
        <pc:picChg chg="add mod">
          <ac:chgData name="Jair Andrade" userId="ac9439da21bf4221" providerId="LiveId" clId="{59BA6069-060F-594C-9A4C-6655F669613E}" dt="2026-07-09T15:05:08.455" v="2275" actId="1076"/>
          <ac:picMkLst>
            <pc:docMk/>
            <pc:sldMk cId="3679557667" sldId="308"/>
            <ac:picMk id="10" creationId="{ACE67690-2D31-004E-8CAE-A7D54E4196B2}"/>
          </ac:picMkLst>
        </pc:picChg>
        <pc:picChg chg="add mod modCrop">
          <ac:chgData name="Jair Andrade" userId="ac9439da21bf4221" providerId="LiveId" clId="{59BA6069-060F-594C-9A4C-6655F669613E}" dt="2026-07-09T22:06:33.651" v="3354" actId="732"/>
          <ac:picMkLst>
            <pc:docMk/>
            <pc:sldMk cId="3679557667" sldId="308"/>
            <ac:picMk id="11" creationId="{B7C8D31C-AA39-3443-80B7-E7A06319D393}"/>
          </ac:picMkLst>
        </pc:picChg>
        <pc:picChg chg="add del mod">
          <ac:chgData name="Jair Andrade" userId="ac9439da21bf4221" providerId="LiveId" clId="{59BA6069-060F-594C-9A4C-6655F669613E}" dt="2026-07-09T14:44:47.626" v="2263" actId="478"/>
          <ac:picMkLst>
            <pc:docMk/>
            <pc:sldMk cId="3679557667" sldId="308"/>
            <ac:picMk id="3074" creationId="{80DF9150-B004-3C4C-AEAA-1E57B50C72A4}"/>
          </ac:picMkLst>
        </pc:picChg>
      </pc:sldChg>
      <pc:sldChg chg="addSp modSp new mod modAnim">
        <pc:chgData name="Jair Andrade" userId="ac9439da21bf4221" providerId="LiveId" clId="{59BA6069-060F-594C-9A4C-6655F669613E}" dt="2026-07-09T15:50:54.304" v="2711" actId="20577"/>
        <pc:sldMkLst>
          <pc:docMk/>
          <pc:sldMk cId="2026804704" sldId="309"/>
        </pc:sldMkLst>
        <pc:spChg chg="mod">
          <ac:chgData name="Jair Andrade" userId="ac9439da21bf4221" providerId="LiveId" clId="{59BA6069-060F-594C-9A4C-6655F669613E}" dt="2026-07-09T15:50:54.304" v="2711" actId="20577"/>
          <ac:spMkLst>
            <pc:docMk/>
            <pc:sldMk cId="2026804704" sldId="309"/>
            <ac:spMk id="2" creationId="{BAE06C07-9A30-5842-8A2E-8C0B34AA9607}"/>
          </ac:spMkLst>
        </pc:spChg>
        <pc:spChg chg="mod">
          <ac:chgData name="Jair Andrade" userId="ac9439da21bf4221" providerId="LiveId" clId="{59BA6069-060F-594C-9A4C-6655F669613E}" dt="2026-07-09T15:39:29.821" v="2603" actId="123"/>
          <ac:spMkLst>
            <pc:docMk/>
            <pc:sldMk cId="2026804704" sldId="309"/>
            <ac:spMk id="3" creationId="{6B6340F3-45FD-2747-9A8F-0A9FD3A8F070}"/>
          </ac:spMkLst>
        </pc:spChg>
        <pc:spChg chg="add mod">
          <ac:chgData name="Jair Andrade" userId="ac9439da21bf4221" providerId="LiveId" clId="{59BA6069-060F-594C-9A4C-6655F669613E}" dt="2026-07-09T15:41:15.359" v="2656" actId="1076"/>
          <ac:spMkLst>
            <pc:docMk/>
            <pc:sldMk cId="2026804704" sldId="309"/>
            <ac:spMk id="6" creationId="{4C9E67F2-7F7B-994A-B919-2AC450B4E05C}"/>
          </ac:spMkLst>
        </pc:spChg>
        <pc:spChg chg="add mod">
          <ac:chgData name="Jair Andrade" userId="ac9439da21bf4221" providerId="LiveId" clId="{59BA6069-060F-594C-9A4C-6655F669613E}" dt="2026-07-09T15:43:34.002" v="2682" actId="14100"/>
          <ac:spMkLst>
            <pc:docMk/>
            <pc:sldMk cId="2026804704" sldId="309"/>
            <ac:spMk id="8" creationId="{7DBADE10-FEF5-9441-AC62-90311943D11D}"/>
          </ac:spMkLst>
        </pc:spChg>
        <pc:picChg chg="add mod">
          <ac:chgData name="Jair Andrade" userId="ac9439da21bf4221" providerId="LiveId" clId="{59BA6069-060F-594C-9A4C-6655F669613E}" dt="2026-07-09T15:38:49.945" v="2598" actId="1076"/>
          <ac:picMkLst>
            <pc:docMk/>
            <pc:sldMk cId="2026804704" sldId="309"/>
            <ac:picMk id="5" creationId="{FA12AA24-D630-7141-AA7C-7F9D552AEE05}"/>
          </ac:picMkLst>
        </pc:picChg>
      </pc:sldChg>
      <pc:sldChg chg="addSp delSp modSp new mod modAnim">
        <pc:chgData name="Jair Andrade" userId="ac9439da21bf4221" providerId="LiveId" clId="{59BA6069-060F-594C-9A4C-6655F669613E}" dt="2026-07-09T21:57:06.599" v="3353"/>
        <pc:sldMkLst>
          <pc:docMk/>
          <pc:sldMk cId="3844147499" sldId="310"/>
        </pc:sldMkLst>
        <pc:spChg chg="mod">
          <ac:chgData name="Jair Andrade" userId="ac9439da21bf4221" providerId="LiveId" clId="{59BA6069-060F-594C-9A4C-6655F669613E}" dt="2026-07-09T15:50:45.924" v="2707" actId="20577"/>
          <ac:spMkLst>
            <pc:docMk/>
            <pc:sldMk cId="3844147499" sldId="310"/>
            <ac:spMk id="2" creationId="{DC9A84C2-FF0F-1E47-8789-1994C17597E5}"/>
          </ac:spMkLst>
        </pc:spChg>
        <pc:spChg chg="del">
          <ac:chgData name="Jair Andrade" userId="ac9439da21bf4221" providerId="LiveId" clId="{59BA6069-060F-594C-9A4C-6655F669613E}" dt="2026-07-09T15:51:25.700" v="2716"/>
          <ac:spMkLst>
            <pc:docMk/>
            <pc:sldMk cId="3844147499" sldId="310"/>
            <ac:spMk id="3" creationId="{6CD6EBCB-6A11-F94C-801C-29E86FC391B2}"/>
          </ac:spMkLst>
        </pc:spChg>
        <pc:spChg chg="add mod">
          <ac:chgData name="Jair Andrade" userId="ac9439da21bf4221" providerId="LiveId" clId="{59BA6069-060F-594C-9A4C-6655F669613E}" dt="2026-07-09T15:59:01.816" v="2914"/>
          <ac:spMkLst>
            <pc:docMk/>
            <pc:sldMk cId="3844147499" sldId="310"/>
            <ac:spMk id="6" creationId="{9F6FBE89-96A3-7C44-8159-77CA800FA862}"/>
          </ac:spMkLst>
        </pc:spChg>
        <pc:spChg chg="add mod">
          <ac:chgData name="Jair Andrade" userId="ac9439da21bf4221" providerId="LiveId" clId="{59BA6069-060F-594C-9A4C-6655F669613E}" dt="2026-07-09T16:01:50.857" v="3005" actId="1076"/>
          <ac:spMkLst>
            <pc:docMk/>
            <pc:sldMk cId="3844147499" sldId="310"/>
            <ac:spMk id="7" creationId="{38AD859D-6BDC-A04A-8CEC-BEE92E0D5365}"/>
          </ac:spMkLst>
        </pc:spChg>
        <pc:spChg chg="add mod">
          <ac:chgData name="Jair Andrade" userId="ac9439da21bf4221" providerId="LiveId" clId="{59BA6069-060F-594C-9A4C-6655F669613E}" dt="2026-07-09T16:01:48.746" v="3004" actId="1076"/>
          <ac:spMkLst>
            <pc:docMk/>
            <pc:sldMk cId="3844147499" sldId="310"/>
            <ac:spMk id="8" creationId="{AF49166E-FF47-3E4F-AC08-AECFD17E9605}"/>
          </ac:spMkLst>
        </pc:spChg>
        <pc:spChg chg="add mod">
          <ac:chgData name="Jair Andrade" userId="ac9439da21bf4221" providerId="LiveId" clId="{59BA6069-060F-594C-9A4C-6655F669613E}" dt="2026-07-09T15:58:55.800" v="2913" actId="207"/>
          <ac:spMkLst>
            <pc:docMk/>
            <pc:sldMk cId="3844147499" sldId="310"/>
            <ac:spMk id="10" creationId="{2D195565-45BC-0C45-966A-4A259E253D8E}"/>
          </ac:spMkLst>
        </pc:spChg>
        <pc:spChg chg="add mod">
          <ac:chgData name="Jair Andrade" userId="ac9439da21bf4221" providerId="LiveId" clId="{59BA6069-060F-594C-9A4C-6655F669613E}" dt="2026-07-09T15:59:10.926" v="2916" actId="1076"/>
          <ac:spMkLst>
            <pc:docMk/>
            <pc:sldMk cId="3844147499" sldId="310"/>
            <ac:spMk id="12" creationId="{A3BF3A0B-56FC-F74B-BA99-7ABC1C05276B}"/>
          </ac:spMkLst>
        </pc:spChg>
        <pc:spChg chg="add mod">
          <ac:chgData name="Jair Andrade" userId="ac9439da21bf4221" providerId="LiveId" clId="{59BA6069-060F-594C-9A4C-6655F669613E}" dt="2026-07-09T15:59:20.791" v="2919" actId="1076"/>
          <ac:spMkLst>
            <pc:docMk/>
            <pc:sldMk cId="3844147499" sldId="310"/>
            <ac:spMk id="14" creationId="{0104FD66-867D-324F-95EC-4CF709D5D607}"/>
          </ac:spMkLst>
        </pc:spChg>
        <pc:spChg chg="add mod">
          <ac:chgData name="Jair Andrade" userId="ac9439da21bf4221" providerId="LiveId" clId="{59BA6069-060F-594C-9A4C-6655F669613E}" dt="2026-07-09T15:59:36.252" v="2923" actId="1076"/>
          <ac:spMkLst>
            <pc:docMk/>
            <pc:sldMk cId="3844147499" sldId="310"/>
            <ac:spMk id="16" creationId="{E0FD5682-E116-944B-996A-15BAA72847F5}"/>
          </ac:spMkLst>
        </pc:spChg>
        <pc:spChg chg="add mod">
          <ac:chgData name="Jair Andrade" userId="ac9439da21bf4221" providerId="LiveId" clId="{59BA6069-060F-594C-9A4C-6655F669613E}" dt="2026-07-09T15:59:46.631" v="2926" actId="1076"/>
          <ac:spMkLst>
            <pc:docMk/>
            <pc:sldMk cId="3844147499" sldId="310"/>
            <ac:spMk id="18" creationId="{9D45F851-29B9-0245-8B9B-1C26D2DFF00B}"/>
          </ac:spMkLst>
        </pc:spChg>
        <pc:spChg chg="add mod">
          <ac:chgData name="Jair Andrade" userId="ac9439da21bf4221" providerId="LiveId" clId="{59BA6069-060F-594C-9A4C-6655F669613E}" dt="2026-07-09T21:24:09.429" v="3108" actId="1076"/>
          <ac:spMkLst>
            <pc:docMk/>
            <pc:sldMk cId="3844147499" sldId="310"/>
            <ac:spMk id="19" creationId="{551E25AB-5713-1844-AA22-EC9A864B8420}"/>
          </ac:spMkLst>
        </pc:spChg>
        <pc:spChg chg="add mod">
          <ac:chgData name="Jair Andrade" userId="ac9439da21bf4221" providerId="LiveId" clId="{59BA6069-060F-594C-9A4C-6655F669613E}" dt="2026-07-09T16:01:53.724" v="3006" actId="1076"/>
          <ac:spMkLst>
            <pc:docMk/>
            <pc:sldMk cId="3844147499" sldId="310"/>
            <ac:spMk id="20" creationId="{C6F1FDAC-A4BF-A746-A0B5-B6304FDEBF48}"/>
          </ac:spMkLst>
        </pc:spChg>
        <pc:spChg chg="add mod">
          <ac:chgData name="Jair Andrade" userId="ac9439da21bf4221" providerId="LiveId" clId="{59BA6069-060F-594C-9A4C-6655F669613E}" dt="2026-07-09T21:39:43.113" v="3319" actId="1076"/>
          <ac:spMkLst>
            <pc:docMk/>
            <pc:sldMk cId="3844147499" sldId="310"/>
            <ac:spMk id="22" creationId="{D7080504-1DD6-3440-85B2-4ABE44FC857F}"/>
          </ac:spMkLst>
        </pc:spChg>
        <pc:graphicFrameChg chg="add mod modGraphic">
          <ac:chgData name="Jair Andrade" userId="ac9439da21bf4221" providerId="LiveId" clId="{59BA6069-060F-594C-9A4C-6655F669613E}" dt="2026-07-09T21:27:45.277" v="3189" actId="1076"/>
          <ac:graphicFrameMkLst>
            <pc:docMk/>
            <pc:sldMk cId="3844147499" sldId="310"/>
            <ac:graphicFrameMk id="21" creationId="{7C17357B-7520-764E-94B1-AF4C0EFE2CF3}"/>
          </ac:graphicFrameMkLst>
        </pc:graphicFrameChg>
        <pc:picChg chg="add mod">
          <ac:chgData name="Jair Andrade" userId="ac9439da21bf4221" providerId="LiveId" clId="{59BA6069-060F-594C-9A4C-6655F669613E}" dt="2026-07-09T15:51:34.648" v="2719" actId="1076"/>
          <ac:picMkLst>
            <pc:docMk/>
            <pc:sldMk cId="3844147499" sldId="310"/>
            <ac:picMk id="5" creationId="{47D60103-C172-844E-8186-B97C23FB4981}"/>
          </ac:picMkLst>
        </pc:picChg>
        <pc:picChg chg="add mod">
          <ac:chgData name="Jair Andrade" userId="ac9439da21bf4221" providerId="LiveId" clId="{59BA6069-060F-594C-9A4C-6655F669613E}" dt="2026-07-09T21:24:11.071" v="3109" actId="1076"/>
          <ac:picMkLst>
            <pc:docMk/>
            <pc:sldMk cId="3844147499" sldId="310"/>
            <ac:picMk id="9" creationId="{28E7256D-99FD-5D42-BA08-FD9C9786601C}"/>
          </ac:picMkLst>
        </pc:picChg>
      </pc:sldChg>
      <pc:sldChg chg="addSp delSp modSp new mod modAnim">
        <pc:chgData name="Jair Andrade" userId="ac9439da21bf4221" providerId="LiveId" clId="{59BA6069-060F-594C-9A4C-6655F669613E}" dt="2026-07-09T21:39:35.930" v="3317" actId="21"/>
        <pc:sldMkLst>
          <pc:docMk/>
          <pc:sldMk cId="2208160820" sldId="311"/>
        </pc:sldMkLst>
        <pc:spChg chg="mod">
          <ac:chgData name="Jair Andrade" userId="ac9439da21bf4221" providerId="LiveId" clId="{59BA6069-060F-594C-9A4C-6655F669613E}" dt="2026-07-09T16:03:13.754" v="3050" actId="20577"/>
          <ac:spMkLst>
            <pc:docMk/>
            <pc:sldMk cId="2208160820" sldId="311"/>
            <ac:spMk id="2" creationId="{1179ED34-3286-C647-9164-60C3580CF3BD}"/>
          </ac:spMkLst>
        </pc:spChg>
        <pc:spChg chg="del">
          <ac:chgData name="Jair Andrade" userId="ac9439da21bf4221" providerId="LiveId" clId="{59BA6069-060F-594C-9A4C-6655F669613E}" dt="2026-07-09T16:03:29.233" v="3051" actId="478"/>
          <ac:spMkLst>
            <pc:docMk/>
            <pc:sldMk cId="2208160820" sldId="311"/>
            <ac:spMk id="3" creationId="{925D0F4E-D669-B54E-847A-E3C21A10B741}"/>
          </ac:spMkLst>
        </pc:spChg>
        <pc:spChg chg="add del mod">
          <ac:chgData name="Jair Andrade" userId="ac9439da21bf4221" providerId="LiveId" clId="{59BA6069-060F-594C-9A4C-6655F669613E}" dt="2026-07-09T21:39:35.930" v="3317" actId="21"/>
          <ac:spMkLst>
            <pc:docMk/>
            <pc:sldMk cId="2208160820" sldId="311"/>
            <ac:spMk id="16" creationId="{4C29EBEC-28D6-734F-8BA8-F11C99C5EC8D}"/>
          </ac:spMkLst>
        </pc:spChg>
        <pc:picChg chg="add mod">
          <ac:chgData name="Jair Andrade" userId="ac9439da21bf4221" providerId="LiveId" clId="{59BA6069-060F-594C-9A4C-6655F669613E}" dt="2026-07-09T21:22:18.894" v="3080" actId="1076"/>
          <ac:picMkLst>
            <pc:docMk/>
            <pc:sldMk cId="2208160820" sldId="311"/>
            <ac:picMk id="5" creationId="{D2C5B975-6307-AA4B-AC95-CA8FED06CD2B}"/>
          </ac:picMkLst>
        </pc:picChg>
        <pc:picChg chg="add del mod">
          <ac:chgData name="Jair Andrade" userId="ac9439da21bf4221" providerId="LiveId" clId="{59BA6069-060F-594C-9A4C-6655F669613E}" dt="2026-07-09T17:08:19.936" v="3059" actId="478"/>
          <ac:picMkLst>
            <pc:docMk/>
            <pc:sldMk cId="2208160820" sldId="311"/>
            <ac:picMk id="7" creationId="{04AECF2B-032D-424F-9337-73827D438BC2}"/>
          </ac:picMkLst>
        </pc:picChg>
        <pc:picChg chg="add del mod">
          <ac:chgData name="Jair Andrade" userId="ac9439da21bf4221" providerId="LiveId" clId="{59BA6069-060F-594C-9A4C-6655F669613E}" dt="2026-07-09T17:09:02.987" v="3062" actId="478"/>
          <ac:picMkLst>
            <pc:docMk/>
            <pc:sldMk cId="2208160820" sldId="311"/>
            <ac:picMk id="9" creationId="{60D6F916-3A96-E248-80D5-7AA690D26A69}"/>
          </ac:picMkLst>
        </pc:picChg>
        <pc:picChg chg="add del mod">
          <ac:chgData name="Jair Andrade" userId="ac9439da21bf4221" providerId="LiveId" clId="{59BA6069-060F-594C-9A4C-6655F669613E}" dt="2026-07-09T17:09:16.186" v="3065" actId="478"/>
          <ac:picMkLst>
            <pc:docMk/>
            <pc:sldMk cId="2208160820" sldId="311"/>
            <ac:picMk id="11" creationId="{B51366BC-E178-8948-BACE-137CA9DF62DE}"/>
          </ac:picMkLst>
        </pc:picChg>
        <pc:picChg chg="add mod">
          <ac:chgData name="Jair Andrade" userId="ac9439da21bf4221" providerId="LiveId" clId="{59BA6069-060F-594C-9A4C-6655F669613E}" dt="2026-07-09T21:22:13.039" v="3078" actId="1076"/>
          <ac:picMkLst>
            <pc:docMk/>
            <pc:sldMk cId="2208160820" sldId="311"/>
            <ac:picMk id="13" creationId="{47C640E7-E939-2D45-8E38-2429EB7B93EF}"/>
          </ac:picMkLst>
        </pc:picChg>
        <pc:picChg chg="add mod">
          <ac:chgData name="Jair Andrade" userId="ac9439da21bf4221" providerId="LiveId" clId="{59BA6069-060F-594C-9A4C-6655F669613E}" dt="2026-07-09T21:22:15.529" v="3079" actId="1076"/>
          <ac:picMkLst>
            <pc:docMk/>
            <pc:sldMk cId="2208160820" sldId="311"/>
            <ac:picMk id="15" creationId="{73F4C7E4-AFED-A24C-810F-EDD9A36D32EF}"/>
          </ac:picMkLst>
        </pc:picChg>
      </pc:sldChg>
      <pc:sldChg chg="addSp delSp modSp new mod delAnim modAnim">
        <pc:chgData name="Jair Andrade" userId="ac9439da21bf4221" providerId="LiveId" clId="{59BA6069-060F-594C-9A4C-6655F669613E}" dt="2026-07-09T22:10:07.050" v="3377"/>
        <pc:sldMkLst>
          <pc:docMk/>
          <pc:sldMk cId="3280035072" sldId="312"/>
        </pc:sldMkLst>
        <pc:spChg chg="mod">
          <ac:chgData name="Jair Andrade" userId="ac9439da21bf4221" providerId="LiveId" clId="{59BA6069-060F-594C-9A4C-6655F669613E}" dt="2026-07-09T21:43:25.512" v="3320"/>
          <ac:spMkLst>
            <pc:docMk/>
            <pc:sldMk cId="3280035072" sldId="312"/>
            <ac:spMk id="2" creationId="{DF57C719-625F-0A46-A335-9F36CAE7F297}"/>
          </ac:spMkLst>
        </pc:spChg>
        <pc:spChg chg="del">
          <ac:chgData name="Jair Andrade" userId="ac9439da21bf4221" providerId="LiveId" clId="{59BA6069-060F-594C-9A4C-6655F669613E}" dt="2026-07-09T21:43:35.043" v="3321" actId="478"/>
          <ac:spMkLst>
            <pc:docMk/>
            <pc:sldMk cId="3280035072" sldId="312"/>
            <ac:spMk id="3" creationId="{1FBD7A74-01A8-3E4D-9889-06B13002D79E}"/>
          </ac:spMkLst>
        </pc:spChg>
        <pc:spChg chg="add mod">
          <ac:chgData name="Jair Andrade" userId="ac9439da21bf4221" providerId="LiveId" clId="{59BA6069-060F-594C-9A4C-6655F669613E}" dt="2026-07-09T21:48:01.256" v="3335" actId="1076"/>
          <ac:spMkLst>
            <pc:docMk/>
            <pc:sldMk cId="3280035072" sldId="312"/>
            <ac:spMk id="8" creationId="{031253D8-9932-6546-811A-B2398F115A77}"/>
          </ac:spMkLst>
        </pc:spChg>
        <pc:spChg chg="add mod">
          <ac:chgData name="Jair Andrade" userId="ac9439da21bf4221" providerId="LiveId" clId="{59BA6069-060F-594C-9A4C-6655F669613E}" dt="2026-07-09T21:55:31.264" v="3346" actId="1076"/>
          <ac:spMkLst>
            <pc:docMk/>
            <pc:sldMk cId="3280035072" sldId="312"/>
            <ac:spMk id="13" creationId="{6CE8763B-A9C1-FE47-A539-ED5EB6115CAE}"/>
          </ac:spMkLst>
        </pc:spChg>
        <pc:spChg chg="add mod">
          <ac:chgData name="Jair Andrade" userId="ac9439da21bf4221" providerId="LiveId" clId="{59BA6069-060F-594C-9A4C-6655F669613E}" dt="2026-07-09T22:10:02.744" v="3376" actId="1076"/>
          <ac:spMkLst>
            <pc:docMk/>
            <pc:sldMk cId="3280035072" sldId="312"/>
            <ac:spMk id="16" creationId="{5FAA4103-E02F-284B-9BD9-891FF353489A}"/>
          </ac:spMkLst>
        </pc:spChg>
        <pc:picChg chg="add del mod modCrop">
          <ac:chgData name="Jair Andrade" userId="ac9439da21bf4221" providerId="LiveId" clId="{59BA6069-060F-594C-9A4C-6655F669613E}" dt="2026-07-09T21:44:08.772" v="3328" actId="478"/>
          <ac:picMkLst>
            <pc:docMk/>
            <pc:sldMk cId="3280035072" sldId="312"/>
            <ac:picMk id="5" creationId="{4A671E70-4B1F-3941-B4C6-632A107ACA11}"/>
          </ac:picMkLst>
        </pc:picChg>
        <pc:picChg chg="add mod">
          <ac:chgData name="Jair Andrade" userId="ac9439da21bf4221" providerId="LiveId" clId="{59BA6069-060F-594C-9A4C-6655F669613E}" dt="2026-07-09T21:47:28.423" v="3331" actId="1076"/>
          <ac:picMkLst>
            <pc:docMk/>
            <pc:sldMk cId="3280035072" sldId="312"/>
            <ac:picMk id="7" creationId="{0A8000EC-DDDA-6343-81C6-93EEC3D7D647}"/>
          </ac:picMkLst>
        </pc:picChg>
        <pc:picChg chg="add del mod">
          <ac:chgData name="Jair Andrade" userId="ac9439da21bf4221" providerId="LiveId" clId="{59BA6069-060F-594C-9A4C-6655F669613E}" dt="2026-07-09T21:50:05.448" v="3338" actId="478"/>
          <ac:picMkLst>
            <pc:docMk/>
            <pc:sldMk cId="3280035072" sldId="312"/>
            <ac:picMk id="10" creationId="{45852924-97EB-1347-97D7-C352EDFE7D13}"/>
          </ac:picMkLst>
        </pc:picChg>
        <pc:picChg chg="add mod">
          <ac:chgData name="Jair Andrade" userId="ac9439da21bf4221" providerId="LiveId" clId="{59BA6069-060F-594C-9A4C-6655F669613E}" dt="2026-07-09T21:50:22.977" v="3341" actId="1076"/>
          <ac:picMkLst>
            <pc:docMk/>
            <pc:sldMk cId="3280035072" sldId="312"/>
            <ac:picMk id="12" creationId="{7CD8DE6E-82FE-A04F-86AA-ABDDB7499D44}"/>
          </ac:picMkLst>
        </pc:picChg>
        <pc:picChg chg="add mod">
          <ac:chgData name="Jair Andrade" userId="ac9439da21bf4221" providerId="LiveId" clId="{59BA6069-060F-594C-9A4C-6655F669613E}" dt="2026-07-09T21:55:45.231" v="3348" actId="1076"/>
          <ac:picMkLst>
            <pc:docMk/>
            <pc:sldMk cId="3280035072" sldId="312"/>
            <ac:picMk id="15" creationId="{B10903FF-42D9-F34F-B1FF-93D5A08DC492}"/>
          </ac:picMkLst>
        </pc:picChg>
      </pc:sldChg>
      <pc:sldChg chg="addSp delSp modSp new mod modAnim">
        <pc:chgData name="Jair Andrade" userId="ac9439da21bf4221" providerId="LiveId" clId="{59BA6069-060F-594C-9A4C-6655F669613E}" dt="2026-07-09T21:32:59.314" v="3304" actId="1035"/>
        <pc:sldMkLst>
          <pc:docMk/>
          <pc:sldMk cId="3790570270" sldId="313"/>
        </pc:sldMkLst>
        <pc:spChg chg="mod">
          <ac:chgData name="Jair Andrade" userId="ac9439da21bf4221" providerId="LiveId" clId="{59BA6069-060F-594C-9A4C-6655F669613E}" dt="2026-07-09T21:29:51.463" v="3192"/>
          <ac:spMkLst>
            <pc:docMk/>
            <pc:sldMk cId="3790570270" sldId="313"/>
            <ac:spMk id="2" creationId="{3AF9BD1D-4303-8E41-B347-FEB313D6189E}"/>
          </ac:spMkLst>
        </pc:spChg>
        <pc:spChg chg="del">
          <ac:chgData name="Jair Andrade" userId="ac9439da21bf4221" providerId="LiveId" clId="{59BA6069-060F-594C-9A4C-6655F669613E}" dt="2026-07-09T21:30:05.078" v="3193" actId="478"/>
          <ac:spMkLst>
            <pc:docMk/>
            <pc:sldMk cId="3790570270" sldId="313"/>
            <ac:spMk id="3" creationId="{8B23BF29-7391-694B-9C84-6A916327474F}"/>
          </ac:spMkLst>
        </pc:spChg>
        <pc:spChg chg="add mod">
          <ac:chgData name="Jair Andrade" userId="ac9439da21bf4221" providerId="LiveId" clId="{59BA6069-060F-594C-9A4C-6655F669613E}" dt="2026-07-09T21:32:59.314" v="3304" actId="1035"/>
          <ac:spMkLst>
            <pc:docMk/>
            <pc:sldMk cId="3790570270" sldId="313"/>
            <ac:spMk id="7" creationId="{2A3D91A8-33FA-BE46-8A85-D557D53C19C1}"/>
          </ac:spMkLst>
        </pc:spChg>
        <pc:spChg chg="add mod">
          <ac:chgData name="Jair Andrade" userId="ac9439da21bf4221" providerId="LiveId" clId="{59BA6069-060F-594C-9A4C-6655F669613E}" dt="2026-07-09T21:32:50.563" v="3299" actId="1076"/>
          <ac:spMkLst>
            <pc:docMk/>
            <pc:sldMk cId="3790570270" sldId="313"/>
            <ac:spMk id="8" creationId="{083C54B9-08C8-C444-9EF0-3304615BA889}"/>
          </ac:spMkLst>
        </pc:spChg>
        <pc:picChg chg="add mod">
          <ac:chgData name="Jair Andrade" userId="ac9439da21bf4221" providerId="LiveId" clId="{59BA6069-060F-594C-9A4C-6655F669613E}" dt="2026-07-09T21:32:51.960" v="3300" actId="1076"/>
          <ac:picMkLst>
            <pc:docMk/>
            <pc:sldMk cId="3790570270" sldId="313"/>
            <ac:picMk id="5" creationId="{E54DCC9A-886B-524E-820C-FCD8F414A862}"/>
          </ac:picMkLst>
        </pc:picChg>
        <pc:picChg chg="add mod">
          <ac:chgData name="Jair Andrade" userId="ac9439da21bf4221" providerId="LiveId" clId="{59BA6069-060F-594C-9A4C-6655F669613E}" dt="2026-07-09T21:32:46.216" v="3297" actId="1076"/>
          <ac:picMkLst>
            <pc:docMk/>
            <pc:sldMk cId="3790570270" sldId="313"/>
            <ac:picMk id="6" creationId="{353A7D55-4C97-ED45-AD2B-65A1AFF29AE8}"/>
          </ac:picMkLst>
        </pc:picChg>
      </pc:sldChg>
      <pc:sldChg chg="addSp delSp modSp new mod modAnim">
        <pc:chgData name="Jair Andrade" userId="ac9439da21bf4221" providerId="LiveId" clId="{59BA6069-060F-594C-9A4C-6655F669613E}" dt="2026-07-09T22:23:09.031" v="3443"/>
        <pc:sldMkLst>
          <pc:docMk/>
          <pc:sldMk cId="3048961290" sldId="314"/>
        </pc:sldMkLst>
        <pc:spChg chg="mod">
          <ac:chgData name="Jair Andrade" userId="ac9439da21bf4221" providerId="LiveId" clId="{59BA6069-060F-594C-9A4C-6655F669613E}" dt="2026-07-09T22:12:55.398" v="3381"/>
          <ac:spMkLst>
            <pc:docMk/>
            <pc:sldMk cId="3048961290" sldId="314"/>
            <ac:spMk id="2" creationId="{FDB7B8FF-C53E-E04A-A398-AE3FD70FFF53}"/>
          </ac:spMkLst>
        </pc:spChg>
        <pc:spChg chg="del">
          <ac:chgData name="Jair Andrade" userId="ac9439da21bf4221" providerId="LiveId" clId="{59BA6069-060F-594C-9A4C-6655F669613E}" dt="2026-07-09T22:13:36.430" v="3384" actId="478"/>
          <ac:spMkLst>
            <pc:docMk/>
            <pc:sldMk cId="3048961290" sldId="314"/>
            <ac:spMk id="3" creationId="{9963C35D-B8D6-BA44-8BD8-DB59550FCF47}"/>
          </ac:spMkLst>
        </pc:spChg>
        <pc:spChg chg="add mod">
          <ac:chgData name="Jair Andrade" userId="ac9439da21bf4221" providerId="LiveId" clId="{59BA6069-060F-594C-9A4C-6655F669613E}" dt="2026-07-09T22:20:54.195" v="3413" actId="1076"/>
          <ac:spMkLst>
            <pc:docMk/>
            <pc:sldMk cId="3048961290" sldId="314"/>
            <ac:spMk id="6" creationId="{14F1D283-6EAC-674B-839D-05112186C629}"/>
          </ac:spMkLst>
        </pc:spChg>
        <pc:spChg chg="add mod">
          <ac:chgData name="Jair Andrade" userId="ac9439da21bf4221" providerId="LiveId" clId="{59BA6069-060F-594C-9A4C-6655F669613E}" dt="2026-07-09T22:22:59.470" v="3438" actId="1076"/>
          <ac:spMkLst>
            <pc:docMk/>
            <pc:sldMk cId="3048961290" sldId="314"/>
            <ac:spMk id="8" creationId="{FEBC4050-2BD8-AC41-9866-8FF828505A09}"/>
          </ac:spMkLst>
        </pc:spChg>
        <pc:spChg chg="add mod">
          <ac:chgData name="Jair Andrade" userId="ac9439da21bf4221" providerId="LiveId" clId="{59BA6069-060F-594C-9A4C-6655F669613E}" dt="2026-07-09T22:20:59.071" v="3415" actId="14100"/>
          <ac:spMkLst>
            <pc:docMk/>
            <pc:sldMk cId="3048961290" sldId="314"/>
            <ac:spMk id="9" creationId="{E95D9ED5-F8E5-D044-91FB-8C4830981BA0}"/>
          </ac:spMkLst>
        </pc:spChg>
        <pc:spChg chg="add mod">
          <ac:chgData name="Jair Andrade" userId="ac9439da21bf4221" providerId="LiveId" clId="{59BA6069-060F-594C-9A4C-6655F669613E}" dt="2026-07-09T22:21:46.216" v="3422" actId="14100"/>
          <ac:spMkLst>
            <pc:docMk/>
            <pc:sldMk cId="3048961290" sldId="314"/>
            <ac:spMk id="15" creationId="{91DB2CBE-9104-3548-B073-2A42BC4764A3}"/>
          </ac:spMkLst>
        </pc:spChg>
        <pc:picChg chg="add mod">
          <ac:chgData name="Jair Andrade" userId="ac9439da21bf4221" providerId="LiveId" clId="{59BA6069-060F-594C-9A4C-6655F669613E}" dt="2026-07-09T22:13:17.762" v="3383" actId="1076"/>
          <ac:picMkLst>
            <pc:docMk/>
            <pc:sldMk cId="3048961290" sldId="314"/>
            <ac:picMk id="5" creationId="{07777498-253D-BC43-8D6A-303680AB209A}"/>
          </ac:picMkLst>
        </pc:picChg>
        <pc:picChg chg="add mod">
          <ac:chgData name="Jair Andrade" userId="ac9439da21bf4221" providerId="LiveId" clId="{59BA6069-060F-594C-9A4C-6655F669613E}" dt="2026-07-09T22:20:33.354" v="3410" actId="1076"/>
          <ac:picMkLst>
            <pc:docMk/>
            <pc:sldMk cId="3048961290" sldId="314"/>
            <ac:picMk id="10" creationId="{7BD1EB85-34BF-A14E-A7E1-1269D5599BFD}"/>
          </ac:picMkLst>
        </pc:picChg>
        <pc:cxnChg chg="add del mod">
          <ac:chgData name="Jair Andrade" userId="ac9439da21bf4221" providerId="LiveId" clId="{59BA6069-060F-594C-9A4C-6655F669613E}" dt="2026-07-09T22:21:17.831" v="3419" actId="478"/>
          <ac:cxnSpMkLst>
            <pc:docMk/>
            <pc:sldMk cId="3048961290" sldId="314"/>
            <ac:cxnSpMk id="12" creationId="{AF6C4494-1DFC-9344-B0E7-AFFF284F8362}"/>
          </ac:cxnSpMkLst>
        </pc:cxnChg>
      </pc:sldChg>
      <pc:sldChg chg="addSp delSp modSp new mod modAnim">
        <pc:chgData name="Jair Andrade" userId="ac9439da21bf4221" providerId="LiveId" clId="{59BA6069-060F-594C-9A4C-6655F669613E}" dt="2026-07-09T23:36:34.565" v="4094" actId="20577"/>
        <pc:sldMkLst>
          <pc:docMk/>
          <pc:sldMk cId="2403101764" sldId="315"/>
        </pc:sldMkLst>
        <pc:spChg chg="mod">
          <ac:chgData name="Jair Andrade" userId="ac9439da21bf4221" providerId="LiveId" clId="{59BA6069-060F-594C-9A4C-6655F669613E}" dt="2026-07-09T22:30:25.004" v="3473" actId="20577"/>
          <ac:spMkLst>
            <pc:docMk/>
            <pc:sldMk cId="2403101764" sldId="315"/>
            <ac:spMk id="2" creationId="{3392EDC7-3B92-A44E-80B4-52203AB2FFE7}"/>
          </ac:spMkLst>
        </pc:spChg>
        <pc:spChg chg="del">
          <ac:chgData name="Jair Andrade" userId="ac9439da21bf4221" providerId="LiveId" clId="{59BA6069-060F-594C-9A4C-6655F669613E}" dt="2026-07-09T22:32:01.998" v="3474" actId="478"/>
          <ac:spMkLst>
            <pc:docMk/>
            <pc:sldMk cId="2403101764" sldId="315"/>
            <ac:spMk id="3" creationId="{86218116-9B8F-9644-93E3-2B4BA2E75788}"/>
          </ac:spMkLst>
        </pc:spChg>
        <pc:spChg chg="add mod">
          <ac:chgData name="Jair Andrade" userId="ac9439da21bf4221" providerId="LiveId" clId="{59BA6069-060F-594C-9A4C-6655F669613E}" dt="2026-07-09T22:38:12.096" v="3642" actId="207"/>
          <ac:spMkLst>
            <pc:docMk/>
            <pc:sldMk cId="2403101764" sldId="315"/>
            <ac:spMk id="6" creationId="{A0C0805C-E7C9-9E48-98B3-99F423EAAE8C}"/>
          </ac:spMkLst>
        </pc:spChg>
        <pc:spChg chg="add mod">
          <ac:chgData name="Jair Andrade" userId="ac9439da21bf4221" providerId="LiveId" clId="{59BA6069-060F-594C-9A4C-6655F669613E}" dt="2026-07-09T22:35:48" v="3578" actId="1076"/>
          <ac:spMkLst>
            <pc:docMk/>
            <pc:sldMk cId="2403101764" sldId="315"/>
            <ac:spMk id="7" creationId="{9C3D0E9C-6E14-BA42-9517-E3737ABB622F}"/>
          </ac:spMkLst>
        </pc:spChg>
        <pc:spChg chg="add mod">
          <ac:chgData name="Jair Andrade" userId="ac9439da21bf4221" providerId="LiveId" clId="{59BA6069-060F-594C-9A4C-6655F669613E}" dt="2026-07-09T22:37:48.806" v="3641" actId="1076"/>
          <ac:spMkLst>
            <pc:docMk/>
            <pc:sldMk cId="2403101764" sldId="315"/>
            <ac:spMk id="8" creationId="{15461002-5E7C-F944-B6C7-A72DFE12A016}"/>
          </ac:spMkLst>
        </pc:spChg>
        <pc:spChg chg="add mod">
          <ac:chgData name="Jair Andrade" userId="ac9439da21bf4221" providerId="LiveId" clId="{59BA6069-060F-594C-9A4C-6655F669613E}" dt="2026-07-09T22:36:32.552" v="3590" actId="207"/>
          <ac:spMkLst>
            <pc:docMk/>
            <pc:sldMk cId="2403101764" sldId="315"/>
            <ac:spMk id="10" creationId="{9D6162BB-88D6-CF42-BC1A-3093AC949CD8}"/>
          </ac:spMkLst>
        </pc:spChg>
        <pc:spChg chg="add mod">
          <ac:chgData name="Jair Andrade" userId="ac9439da21bf4221" providerId="LiveId" clId="{59BA6069-060F-594C-9A4C-6655F669613E}" dt="2026-07-09T22:40:48.003" v="3695" actId="1076"/>
          <ac:spMkLst>
            <pc:docMk/>
            <pc:sldMk cId="2403101764" sldId="315"/>
            <ac:spMk id="12" creationId="{F4E9250A-8991-AA40-9072-E412A4D739F5}"/>
          </ac:spMkLst>
        </pc:spChg>
        <pc:graphicFrameChg chg="add mod modGraphic">
          <ac:chgData name="Jair Andrade" userId="ac9439da21bf4221" providerId="LiveId" clId="{59BA6069-060F-594C-9A4C-6655F669613E}" dt="2026-07-09T23:36:34.565" v="4094" actId="20577"/>
          <ac:graphicFrameMkLst>
            <pc:docMk/>
            <pc:sldMk cId="2403101764" sldId="315"/>
            <ac:graphicFrameMk id="11" creationId="{B3B44EBD-67AB-674F-8BA1-64B7FEBD82C1}"/>
          </ac:graphicFrameMkLst>
        </pc:graphicFrameChg>
        <pc:picChg chg="add mod">
          <ac:chgData name="Jair Andrade" userId="ac9439da21bf4221" providerId="LiveId" clId="{59BA6069-060F-594C-9A4C-6655F669613E}" dt="2026-07-09T22:33:39.907" v="3479" actId="1076"/>
          <ac:picMkLst>
            <pc:docMk/>
            <pc:sldMk cId="2403101764" sldId="315"/>
            <ac:picMk id="5" creationId="{7B0EF1CA-242A-CD48-888F-A187FFACDE45}"/>
          </ac:picMkLst>
        </pc:picChg>
      </pc:sldChg>
      <pc:sldChg chg="addSp modSp new mod modAnim">
        <pc:chgData name="Jair Andrade" userId="ac9439da21bf4221" providerId="LiveId" clId="{59BA6069-060F-594C-9A4C-6655F669613E}" dt="2026-07-09T23:04:50.335" v="4017"/>
        <pc:sldMkLst>
          <pc:docMk/>
          <pc:sldMk cId="155926127" sldId="316"/>
        </pc:sldMkLst>
        <pc:spChg chg="mod">
          <ac:chgData name="Jair Andrade" userId="ac9439da21bf4221" providerId="LiveId" clId="{59BA6069-060F-594C-9A4C-6655F669613E}" dt="2026-07-09T22:45:20.598" v="3747" actId="20577"/>
          <ac:spMkLst>
            <pc:docMk/>
            <pc:sldMk cId="155926127" sldId="316"/>
            <ac:spMk id="2" creationId="{980852F3-8A37-104E-B896-4E08414D88A9}"/>
          </ac:spMkLst>
        </pc:spChg>
        <pc:spChg chg="mod">
          <ac:chgData name="Jair Andrade" userId="ac9439da21bf4221" providerId="LiveId" clId="{59BA6069-060F-594C-9A4C-6655F669613E}" dt="2026-07-09T22:46:48.105" v="3919" actId="5793"/>
          <ac:spMkLst>
            <pc:docMk/>
            <pc:sldMk cId="155926127" sldId="316"/>
            <ac:spMk id="3" creationId="{6BBE1F5F-C22E-3B48-88F6-1140E9DCBDA1}"/>
          </ac:spMkLst>
        </pc:spChg>
        <pc:spChg chg="add mod">
          <ac:chgData name="Jair Andrade" userId="ac9439da21bf4221" providerId="LiveId" clId="{59BA6069-060F-594C-9A4C-6655F669613E}" dt="2026-07-09T22:52:12.523" v="3995" actId="1076"/>
          <ac:spMkLst>
            <pc:docMk/>
            <pc:sldMk cId="155926127" sldId="316"/>
            <ac:spMk id="6" creationId="{8732EC45-364F-A54C-8D42-106697FB24A8}"/>
          </ac:spMkLst>
        </pc:spChg>
        <pc:spChg chg="add mod">
          <ac:chgData name="Jair Andrade" userId="ac9439da21bf4221" providerId="LiveId" clId="{59BA6069-060F-594C-9A4C-6655F669613E}" dt="2026-07-09T22:52:07.898" v="3993" actId="1076"/>
          <ac:spMkLst>
            <pc:docMk/>
            <pc:sldMk cId="155926127" sldId="316"/>
            <ac:spMk id="7" creationId="{52A6D3A7-9EBD-0145-A2C1-BB0DE4D1224A}"/>
          </ac:spMkLst>
        </pc:spChg>
        <pc:spChg chg="add mod">
          <ac:chgData name="Jair Andrade" userId="ac9439da21bf4221" providerId="LiveId" clId="{59BA6069-060F-594C-9A4C-6655F669613E}" dt="2026-07-09T22:52:05.486" v="3992" actId="1076"/>
          <ac:spMkLst>
            <pc:docMk/>
            <pc:sldMk cId="155926127" sldId="316"/>
            <ac:spMk id="8" creationId="{2A4737D5-43F9-D94D-A77D-B61C55DF48C4}"/>
          </ac:spMkLst>
        </pc:spChg>
        <pc:spChg chg="add mod">
          <ac:chgData name="Jair Andrade" userId="ac9439da21bf4221" providerId="LiveId" clId="{59BA6069-060F-594C-9A4C-6655F669613E}" dt="2026-07-09T22:52:33.937" v="4000" actId="1076"/>
          <ac:spMkLst>
            <pc:docMk/>
            <pc:sldMk cId="155926127" sldId="316"/>
            <ac:spMk id="9" creationId="{BDC3DED9-4C38-E647-B2D0-CBCDE6B10F33}"/>
          </ac:spMkLst>
        </pc:spChg>
        <pc:spChg chg="add mod">
          <ac:chgData name="Jair Andrade" userId="ac9439da21bf4221" providerId="LiveId" clId="{59BA6069-060F-594C-9A4C-6655F669613E}" dt="2026-07-09T22:52:44.453" v="4007" actId="1076"/>
          <ac:spMkLst>
            <pc:docMk/>
            <pc:sldMk cId="155926127" sldId="316"/>
            <ac:spMk id="10" creationId="{23D87A02-FBC0-FB44-80C0-0E518BA29C42}"/>
          </ac:spMkLst>
        </pc:spChg>
        <pc:spChg chg="add mod">
          <ac:chgData name="Jair Andrade" userId="ac9439da21bf4221" providerId="LiveId" clId="{59BA6069-060F-594C-9A4C-6655F669613E}" dt="2026-07-09T22:52:53.724" v="4011" actId="20577"/>
          <ac:spMkLst>
            <pc:docMk/>
            <pc:sldMk cId="155926127" sldId="316"/>
            <ac:spMk id="11" creationId="{0927C079-3DA5-1E4C-93BA-39EC36F419F4}"/>
          </ac:spMkLst>
        </pc:spChg>
        <pc:picChg chg="add mod">
          <ac:chgData name="Jair Andrade" userId="ac9439da21bf4221" providerId="LiveId" clId="{59BA6069-060F-594C-9A4C-6655F669613E}" dt="2026-07-09T22:51:54.331" v="3988" actId="1076"/>
          <ac:picMkLst>
            <pc:docMk/>
            <pc:sldMk cId="155926127" sldId="316"/>
            <ac:picMk id="5" creationId="{FB8A342E-8A30-1A4F-9552-C744D8691AA7}"/>
          </ac:picMkLst>
        </pc:picChg>
        <pc:picChg chg="add mod">
          <ac:chgData name="Jair Andrade" userId="ac9439da21bf4221" providerId="LiveId" clId="{59BA6069-060F-594C-9A4C-6655F669613E}" dt="2026-07-09T23:04:43.295" v="4016" actId="1076"/>
          <ac:picMkLst>
            <pc:docMk/>
            <pc:sldMk cId="155926127" sldId="316"/>
            <ac:picMk id="13" creationId="{63C52D52-79C4-6241-9BF3-A3F21A9D5DE4}"/>
          </ac:picMkLst>
        </pc:picChg>
      </pc:sldChg>
      <pc:sldChg chg="addSp delSp modSp new mod modAnim">
        <pc:chgData name="Jair Andrade" userId="ac9439da21bf4221" providerId="LiveId" clId="{59BA6069-060F-594C-9A4C-6655F669613E}" dt="2026-07-09T23:46:10.535" v="4276" actId="1036"/>
        <pc:sldMkLst>
          <pc:docMk/>
          <pc:sldMk cId="3110716693" sldId="317"/>
        </pc:sldMkLst>
        <pc:spChg chg="mod">
          <ac:chgData name="Jair Andrade" userId="ac9439da21bf4221" providerId="LiveId" clId="{59BA6069-060F-594C-9A4C-6655F669613E}" dt="2026-07-09T23:09:24.133" v="4047" actId="20577"/>
          <ac:spMkLst>
            <pc:docMk/>
            <pc:sldMk cId="3110716693" sldId="317"/>
            <ac:spMk id="2" creationId="{C9897F9C-C04A-0748-9DB8-7EAE67F46190}"/>
          </ac:spMkLst>
        </pc:spChg>
        <pc:spChg chg="del">
          <ac:chgData name="Jair Andrade" userId="ac9439da21bf4221" providerId="LiveId" clId="{59BA6069-060F-594C-9A4C-6655F669613E}" dt="2026-07-09T23:17:47.279" v="4048" actId="478"/>
          <ac:spMkLst>
            <pc:docMk/>
            <pc:sldMk cId="3110716693" sldId="317"/>
            <ac:spMk id="3" creationId="{35D153C8-4E40-E945-AD42-5FB5AE5CF1B6}"/>
          </ac:spMkLst>
        </pc:spChg>
        <pc:spChg chg="add mod">
          <ac:chgData name="Jair Andrade" userId="ac9439da21bf4221" providerId="LiveId" clId="{59BA6069-060F-594C-9A4C-6655F669613E}" dt="2026-07-09T23:46:10.535" v="4276" actId="1036"/>
          <ac:spMkLst>
            <pc:docMk/>
            <pc:sldMk cId="3110716693" sldId="317"/>
            <ac:spMk id="7" creationId="{1388A9CD-2847-A642-9091-A467F5F80976}"/>
          </ac:spMkLst>
        </pc:spChg>
        <pc:spChg chg="add mod">
          <ac:chgData name="Jair Andrade" userId="ac9439da21bf4221" providerId="LiveId" clId="{59BA6069-060F-594C-9A4C-6655F669613E}" dt="2026-07-09T23:46:10.535" v="4276" actId="1036"/>
          <ac:spMkLst>
            <pc:docMk/>
            <pc:sldMk cId="3110716693" sldId="317"/>
            <ac:spMk id="8" creationId="{BA33B1F6-9046-BE47-A8EF-BA28870870E8}"/>
          </ac:spMkLst>
        </pc:spChg>
        <pc:spChg chg="add mod">
          <ac:chgData name="Jair Andrade" userId="ac9439da21bf4221" providerId="LiveId" clId="{59BA6069-060F-594C-9A4C-6655F669613E}" dt="2026-07-09T23:46:10.535" v="4276" actId="1036"/>
          <ac:spMkLst>
            <pc:docMk/>
            <pc:sldMk cId="3110716693" sldId="317"/>
            <ac:spMk id="12" creationId="{081E0634-F937-9949-A199-532D0829F5C3}"/>
          </ac:spMkLst>
        </pc:spChg>
        <pc:spChg chg="add mod">
          <ac:chgData name="Jair Andrade" userId="ac9439da21bf4221" providerId="LiveId" clId="{59BA6069-060F-594C-9A4C-6655F669613E}" dt="2026-07-09T23:46:10.535" v="4276" actId="1036"/>
          <ac:spMkLst>
            <pc:docMk/>
            <pc:sldMk cId="3110716693" sldId="317"/>
            <ac:spMk id="13" creationId="{5708D8DE-FEEA-3546-82D2-CC43F3D1C314}"/>
          </ac:spMkLst>
        </pc:spChg>
        <pc:picChg chg="add del mod">
          <ac:chgData name="Jair Andrade" userId="ac9439da21bf4221" providerId="LiveId" clId="{59BA6069-060F-594C-9A4C-6655F669613E}" dt="2026-07-09T23:22:20.139" v="4059" actId="478"/>
          <ac:picMkLst>
            <pc:docMk/>
            <pc:sldMk cId="3110716693" sldId="317"/>
            <ac:picMk id="5" creationId="{FF547D74-5A90-6749-9C83-59579427A368}"/>
          </ac:picMkLst>
        </pc:picChg>
        <pc:picChg chg="add mod">
          <ac:chgData name="Jair Andrade" userId="ac9439da21bf4221" providerId="LiveId" clId="{59BA6069-060F-594C-9A4C-6655F669613E}" dt="2026-07-09T23:46:10.535" v="4276" actId="1036"/>
          <ac:picMkLst>
            <pc:docMk/>
            <pc:sldMk cId="3110716693" sldId="317"/>
            <ac:picMk id="9" creationId="{6CB48513-7D41-EA44-AC3B-9C05B400597E}"/>
          </ac:picMkLst>
        </pc:picChg>
        <pc:picChg chg="add mod">
          <ac:chgData name="Jair Andrade" userId="ac9439da21bf4221" providerId="LiveId" clId="{59BA6069-060F-594C-9A4C-6655F669613E}" dt="2026-07-09T23:46:10.535" v="4276" actId="1036"/>
          <ac:picMkLst>
            <pc:docMk/>
            <pc:sldMk cId="3110716693" sldId="317"/>
            <ac:picMk id="11" creationId="{D1EBD44C-1E89-D447-88FC-E243EB36BE1F}"/>
          </ac:picMkLst>
        </pc:picChg>
      </pc:sldChg>
      <pc:sldChg chg="modSp new del mod">
        <pc:chgData name="Jair Andrade" userId="ac9439da21bf4221" providerId="LiveId" clId="{59BA6069-060F-594C-9A4C-6655F669613E}" dt="2026-07-09T23:37:49.216" v="4112" actId="2696"/>
        <pc:sldMkLst>
          <pc:docMk/>
          <pc:sldMk cId="2991236598" sldId="318"/>
        </pc:sldMkLst>
        <pc:spChg chg="mod">
          <ac:chgData name="Jair Andrade" userId="ac9439da21bf4221" providerId="LiveId" clId="{59BA6069-060F-594C-9A4C-6655F669613E}" dt="2026-07-09T23:36:47.241" v="4109" actId="20577"/>
          <ac:spMkLst>
            <pc:docMk/>
            <pc:sldMk cId="2991236598" sldId="318"/>
            <ac:spMk id="2" creationId="{0412D0ED-AA61-BB40-B5DC-599124F150CC}"/>
          </ac:spMkLst>
        </pc:spChg>
      </pc:sldChg>
      <pc:sldMasterChg chg="addSldLayout delSldLayout">
        <pc:chgData name="Jair Andrade" userId="ac9439da21bf4221" providerId="LiveId" clId="{59BA6069-060F-594C-9A4C-6655F669613E}" dt="2026-07-09T10:08:41.866" v="36" actId="2696"/>
        <pc:sldMasterMkLst>
          <pc:docMk/>
          <pc:sldMasterMk cId="3379379430" sldId="2147483660"/>
        </pc:sldMasterMkLst>
        <pc:sldLayoutChg chg="add del">
          <pc:chgData name="Jair Andrade" userId="ac9439da21bf4221" providerId="LiveId" clId="{59BA6069-060F-594C-9A4C-6655F669613E}" dt="2026-07-09T10:08:30.003" v="13" actId="2696"/>
          <pc:sldLayoutMkLst>
            <pc:docMk/>
            <pc:sldMasterMk cId="3379379430" sldId="2147483660"/>
            <pc:sldLayoutMk cId="11242626" sldId="2147483661"/>
          </pc:sldLayoutMkLst>
        </pc:sldLayoutChg>
        <pc:sldLayoutChg chg="add del">
          <pc:chgData name="Jair Andrade" userId="ac9439da21bf4221" providerId="LiveId" clId="{59BA6069-060F-594C-9A4C-6655F669613E}" dt="2026-07-09T10:08:41.866" v="36" actId="2696"/>
          <pc:sldLayoutMkLst>
            <pc:docMk/>
            <pc:sldMasterMk cId="3379379430" sldId="2147483660"/>
            <pc:sldLayoutMk cId="1350050637" sldId="2147483663"/>
          </pc:sldLayoutMkLst>
        </pc:sldLayoutChg>
      </pc:sldMasterChg>
    </pc:docChg>
  </pc:docChgLst>
  <pc:docChgLst>
    <pc:chgData name="Jair Andrade" userId="ac9439da21bf4221" providerId="LiveId" clId="{9E432B40-2719-D54A-B828-2E7D5E6093F4}"/>
    <pc:docChg chg="undo custSel addSld delSld modSld sldOrd">
      <pc:chgData name="Jair Andrade" userId="ac9439da21bf4221" providerId="LiveId" clId="{9E432B40-2719-D54A-B828-2E7D5E6093F4}" dt="2026-07-09T09:20:41.105" v="3532" actId="732"/>
      <pc:docMkLst>
        <pc:docMk/>
      </pc:docMkLst>
      <pc:sldChg chg="addSp modSp mod">
        <pc:chgData name="Jair Andrade" userId="ac9439da21bf4221" providerId="LiveId" clId="{9E432B40-2719-D54A-B828-2E7D5E6093F4}" dt="2026-07-08T13:17:35.415" v="539" actId="20577"/>
        <pc:sldMkLst>
          <pc:docMk/>
          <pc:sldMk cId="0" sldId="277"/>
        </pc:sldMkLst>
        <pc:spChg chg="mod">
          <ac:chgData name="Jair Andrade" userId="ac9439da21bf4221" providerId="LiveId" clId="{9E432B40-2719-D54A-B828-2E7D5E6093F4}" dt="2026-07-08T13:17:35.415" v="539" actId="20577"/>
          <ac:spMkLst>
            <pc:docMk/>
            <pc:sldMk cId="0" sldId="277"/>
            <ac:spMk id="67" creationId="{00000000-0000-0000-0000-000000000000}"/>
          </ac:spMkLst>
        </pc:spChg>
        <pc:picChg chg="add mod">
          <ac:chgData name="Jair Andrade" userId="ac9439da21bf4221" providerId="LiveId" clId="{9E432B40-2719-D54A-B828-2E7D5E6093F4}" dt="2026-07-08T12:10:26.544" v="149" actId="1036"/>
          <ac:picMkLst>
            <pc:docMk/>
            <pc:sldMk cId="0" sldId="277"/>
            <ac:picMk id="1026" creationId="{E733151B-1A75-3846-8161-BAF42DC69B52}"/>
          </ac:picMkLst>
        </pc:picChg>
      </pc:sldChg>
      <pc:sldChg chg="modSp del mod">
        <pc:chgData name="Jair Andrade" userId="ac9439da21bf4221" providerId="LiveId" clId="{9E432B40-2719-D54A-B828-2E7D5E6093F4}" dt="2026-07-08T16:08:54.593" v="1346" actId="2696"/>
        <pc:sldMkLst>
          <pc:docMk/>
          <pc:sldMk cId="1804973244" sldId="278"/>
        </pc:sldMkLst>
        <pc:spChg chg="mod">
          <ac:chgData name="Jair Andrade" userId="ac9439da21bf4221" providerId="LiveId" clId="{9E432B40-2719-D54A-B828-2E7D5E6093F4}" dt="2026-07-08T11:09:11.564" v="62" actId="20577"/>
          <ac:spMkLst>
            <pc:docMk/>
            <pc:sldMk cId="1804973244" sldId="278"/>
            <ac:spMk id="3" creationId="{15B84D1A-1911-0E49-BE0C-4F7C00465AB8}"/>
          </ac:spMkLst>
        </pc:spChg>
      </pc:sldChg>
      <pc:sldChg chg="addSp delSp modSp mod modAnim">
        <pc:chgData name="Jair Andrade" userId="ac9439da21bf4221" providerId="LiveId" clId="{9E432B40-2719-D54A-B828-2E7D5E6093F4}" dt="2026-07-08T19:44:13.532" v="3383" actId="767"/>
        <pc:sldMkLst>
          <pc:docMk/>
          <pc:sldMk cId="1590225432" sldId="280"/>
        </pc:sldMkLst>
        <pc:spChg chg="mod">
          <ac:chgData name="Jair Andrade" userId="ac9439da21bf4221" providerId="LiveId" clId="{9E432B40-2719-D54A-B828-2E7D5E6093F4}" dt="2026-07-08T11:50:16.468" v="107" actId="1076"/>
          <ac:spMkLst>
            <pc:docMk/>
            <pc:sldMk cId="1590225432" sldId="280"/>
            <ac:spMk id="3" creationId="{1216A42C-3F22-B24A-96E0-DAD7B5989E15}"/>
          </ac:spMkLst>
        </pc:spChg>
        <pc:spChg chg="add del mod">
          <ac:chgData name="Jair Andrade" userId="ac9439da21bf4221" providerId="LiveId" clId="{9E432B40-2719-D54A-B828-2E7D5E6093F4}" dt="2026-07-08T12:23:02.495" v="245" actId="478"/>
          <ac:spMkLst>
            <pc:docMk/>
            <pc:sldMk cId="1590225432" sldId="280"/>
            <ac:spMk id="6" creationId="{B21C6512-9A2D-2C41-A7FC-578574885256}"/>
          </ac:spMkLst>
        </pc:spChg>
        <pc:spChg chg="add mod">
          <ac:chgData name="Jair Andrade" userId="ac9439da21bf4221" providerId="LiveId" clId="{9E432B40-2719-D54A-B828-2E7D5E6093F4}" dt="2026-07-08T12:24:26.968" v="261" actId="207"/>
          <ac:spMkLst>
            <pc:docMk/>
            <pc:sldMk cId="1590225432" sldId="280"/>
            <ac:spMk id="12" creationId="{23E3F222-E6D9-5C40-98D7-F402FE310C8E}"/>
          </ac:spMkLst>
        </pc:spChg>
        <pc:spChg chg="add mod">
          <ac:chgData name="Jair Andrade" userId="ac9439da21bf4221" providerId="LiveId" clId="{9E432B40-2719-D54A-B828-2E7D5E6093F4}" dt="2026-07-08T12:24:32.502" v="263" actId="207"/>
          <ac:spMkLst>
            <pc:docMk/>
            <pc:sldMk cId="1590225432" sldId="280"/>
            <ac:spMk id="13" creationId="{DF4F45B0-0AD5-5E45-8D14-563D4FD1EBA0}"/>
          </ac:spMkLst>
        </pc:spChg>
        <pc:spChg chg="add mod">
          <ac:chgData name="Jair Andrade" userId="ac9439da21bf4221" providerId="LiveId" clId="{9E432B40-2719-D54A-B828-2E7D5E6093F4}" dt="2026-07-08T12:24:29.656" v="262" actId="207"/>
          <ac:spMkLst>
            <pc:docMk/>
            <pc:sldMk cId="1590225432" sldId="280"/>
            <ac:spMk id="14" creationId="{9A929D8B-DB1C-2C4D-98A7-439C321C37BB}"/>
          </ac:spMkLst>
        </pc:spChg>
        <pc:spChg chg="add mod">
          <ac:chgData name="Jair Andrade" userId="ac9439da21bf4221" providerId="LiveId" clId="{9E432B40-2719-D54A-B828-2E7D5E6093F4}" dt="2026-07-08T12:31:52.836" v="269" actId="1076"/>
          <ac:spMkLst>
            <pc:docMk/>
            <pc:sldMk cId="1590225432" sldId="280"/>
            <ac:spMk id="18" creationId="{5E00791B-EAC6-CB4D-965D-E7DF84C09B3F}"/>
          </ac:spMkLst>
        </pc:spChg>
        <pc:spChg chg="add del mod">
          <ac:chgData name="Jair Andrade" userId="ac9439da21bf4221" providerId="LiveId" clId="{9E432B40-2719-D54A-B828-2E7D5E6093F4}" dt="2026-07-08T19:44:13.532" v="3383" actId="767"/>
          <ac:spMkLst>
            <pc:docMk/>
            <pc:sldMk cId="1590225432" sldId="280"/>
            <ac:spMk id="19" creationId="{6384F766-CA2D-5546-960F-FA6D5BCD317F}"/>
          </ac:spMkLst>
        </pc:spChg>
        <pc:picChg chg="del mod">
          <ac:chgData name="Jair Andrade" userId="ac9439da21bf4221" providerId="LiveId" clId="{9E432B40-2719-D54A-B828-2E7D5E6093F4}" dt="2026-07-08T12:18:31.923" v="152" actId="478"/>
          <ac:picMkLst>
            <pc:docMk/>
            <pc:sldMk cId="1590225432" sldId="280"/>
            <ac:picMk id="4" creationId="{1F04E8E7-166E-7647-A34B-B71E534036FB}"/>
          </ac:picMkLst>
        </pc:picChg>
        <pc:picChg chg="add del mod">
          <ac:chgData name="Jair Andrade" userId="ac9439da21bf4221" providerId="LiveId" clId="{9E432B40-2719-D54A-B828-2E7D5E6093F4}" dt="2026-07-08T12:05:01.798" v="113" actId="478"/>
          <ac:picMkLst>
            <pc:docMk/>
            <pc:sldMk cId="1590225432" sldId="280"/>
            <ac:picMk id="8" creationId="{4C7B7FAA-2A02-7944-8D49-C098010654A5}"/>
          </ac:picMkLst>
        </pc:picChg>
        <pc:picChg chg="add mod">
          <ac:chgData name="Jair Andrade" userId="ac9439da21bf4221" providerId="LiveId" clId="{9E432B40-2719-D54A-B828-2E7D5E6093F4}" dt="2026-07-08T12:22:45.697" v="243" actId="1076"/>
          <ac:picMkLst>
            <pc:docMk/>
            <pc:sldMk cId="1590225432" sldId="280"/>
            <ac:picMk id="10" creationId="{13EAC40E-92D0-9F4C-B53E-4ABE20FE09F8}"/>
          </ac:picMkLst>
        </pc:picChg>
        <pc:picChg chg="add mod">
          <ac:chgData name="Jair Andrade" userId="ac9439da21bf4221" providerId="LiveId" clId="{9E432B40-2719-D54A-B828-2E7D5E6093F4}" dt="2026-07-08T12:22:33.002" v="239" actId="1076"/>
          <ac:picMkLst>
            <pc:docMk/>
            <pc:sldMk cId="1590225432" sldId="280"/>
            <ac:picMk id="11" creationId="{23B85726-D982-A74F-BD2D-EAEA223742C3}"/>
          </ac:picMkLst>
        </pc:picChg>
        <pc:picChg chg="add del mod">
          <ac:chgData name="Jair Andrade" userId="ac9439da21bf4221" providerId="LiveId" clId="{9E432B40-2719-D54A-B828-2E7D5E6093F4}" dt="2026-07-08T12:22:09.607" v="234"/>
          <ac:picMkLst>
            <pc:docMk/>
            <pc:sldMk cId="1590225432" sldId="280"/>
            <ac:picMk id="15" creationId="{60388ED1-62C3-9440-BA9D-2ED8D9EB6B38}"/>
          </ac:picMkLst>
        </pc:picChg>
        <pc:picChg chg="add mod">
          <ac:chgData name="Jair Andrade" userId="ac9439da21bf4221" providerId="LiveId" clId="{9E432B40-2719-D54A-B828-2E7D5E6093F4}" dt="2026-07-08T18:52:36.545" v="3342" actId="14826"/>
          <ac:picMkLst>
            <pc:docMk/>
            <pc:sldMk cId="1590225432" sldId="280"/>
            <ac:picMk id="16" creationId="{F46E2551-9184-904F-8EC0-83E9500E6384}"/>
          </ac:picMkLst>
        </pc:picChg>
      </pc:sldChg>
      <pc:sldChg chg="del">
        <pc:chgData name="Jair Andrade" userId="ac9439da21bf4221" providerId="LiveId" clId="{9E432B40-2719-D54A-B828-2E7D5E6093F4}" dt="2026-07-08T16:08:55.471" v="1347" actId="2696"/>
        <pc:sldMkLst>
          <pc:docMk/>
          <pc:sldMk cId="1945344754" sldId="281"/>
        </pc:sldMkLst>
      </pc:sldChg>
      <pc:sldChg chg="del">
        <pc:chgData name="Jair Andrade" userId="ac9439da21bf4221" providerId="LiveId" clId="{9E432B40-2719-D54A-B828-2E7D5E6093F4}" dt="2026-07-08T16:08:56.330" v="1348" actId="2696"/>
        <pc:sldMkLst>
          <pc:docMk/>
          <pc:sldMk cId="4243704796" sldId="282"/>
        </pc:sldMkLst>
      </pc:sldChg>
      <pc:sldChg chg="del">
        <pc:chgData name="Jair Andrade" userId="ac9439da21bf4221" providerId="LiveId" clId="{9E432B40-2719-D54A-B828-2E7D5E6093F4}" dt="2026-07-08T16:08:56.912" v="1349" actId="2696"/>
        <pc:sldMkLst>
          <pc:docMk/>
          <pc:sldMk cId="2255337988" sldId="283"/>
        </pc:sldMkLst>
      </pc:sldChg>
      <pc:sldChg chg="del">
        <pc:chgData name="Jair Andrade" userId="ac9439da21bf4221" providerId="LiveId" clId="{9E432B40-2719-D54A-B828-2E7D5E6093F4}" dt="2026-07-08T16:08:57.415" v="1350" actId="2696"/>
        <pc:sldMkLst>
          <pc:docMk/>
          <pc:sldMk cId="3449783335" sldId="284"/>
        </pc:sldMkLst>
      </pc:sldChg>
      <pc:sldChg chg="del">
        <pc:chgData name="Jair Andrade" userId="ac9439da21bf4221" providerId="LiveId" clId="{9E432B40-2719-D54A-B828-2E7D5E6093F4}" dt="2026-07-08T16:08:58.475" v="1351" actId="2696"/>
        <pc:sldMkLst>
          <pc:docMk/>
          <pc:sldMk cId="2618670296" sldId="285"/>
        </pc:sldMkLst>
      </pc:sldChg>
      <pc:sldChg chg="del">
        <pc:chgData name="Jair Andrade" userId="ac9439da21bf4221" providerId="LiveId" clId="{9E432B40-2719-D54A-B828-2E7D5E6093F4}" dt="2026-07-08T16:09:00.498" v="1352" actId="2696"/>
        <pc:sldMkLst>
          <pc:docMk/>
          <pc:sldMk cId="3691686096" sldId="286"/>
        </pc:sldMkLst>
      </pc:sldChg>
      <pc:sldChg chg="del">
        <pc:chgData name="Jair Andrade" userId="ac9439da21bf4221" providerId="LiveId" clId="{9E432B40-2719-D54A-B828-2E7D5E6093F4}" dt="2026-07-08T16:09:01.379" v="1353" actId="2696"/>
        <pc:sldMkLst>
          <pc:docMk/>
          <pc:sldMk cId="2444750803" sldId="287"/>
        </pc:sldMkLst>
      </pc:sldChg>
      <pc:sldChg chg="del">
        <pc:chgData name="Jair Andrade" userId="ac9439da21bf4221" providerId="LiveId" clId="{9E432B40-2719-D54A-B828-2E7D5E6093F4}" dt="2026-07-08T16:09:03.115" v="1354" actId="2696"/>
        <pc:sldMkLst>
          <pc:docMk/>
          <pc:sldMk cId="4254288658" sldId="288"/>
        </pc:sldMkLst>
      </pc:sldChg>
      <pc:sldChg chg="modSp del ord">
        <pc:chgData name="Jair Andrade" userId="ac9439da21bf4221" providerId="LiveId" clId="{9E432B40-2719-D54A-B828-2E7D5E6093F4}" dt="2026-07-08T16:08:53.132" v="1345" actId="2696"/>
        <pc:sldMkLst>
          <pc:docMk/>
          <pc:sldMk cId="1882937708" sldId="289"/>
        </pc:sldMkLst>
        <pc:spChg chg="mod">
          <ac:chgData name="Jair Andrade" userId="ac9439da21bf4221" providerId="LiveId" clId="{9E432B40-2719-D54A-B828-2E7D5E6093F4}" dt="2026-07-08T13:16:13.199" v="514" actId="20577"/>
          <ac:spMkLst>
            <pc:docMk/>
            <pc:sldMk cId="1882937708" sldId="289"/>
            <ac:spMk id="3" creationId="{58B0B7D5-1EFD-D447-89A4-5BD29907E03F}"/>
          </ac:spMkLst>
        </pc:spChg>
      </pc:sldChg>
      <pc:sldChg chg="delSp modSp del mod delAnim modAnim">
        <pc:chgData name="Jair Andrade" userId="ac9439da21bf4221" providerId="LiveId" clId="{9E432B40-2719-D54A-B828-2E7D5E6093F4}" dt="2026-07-08T16:13:06.861" v="1429" actId="2696"/>
        <pc:sldMkLst>
          <pc:docMk/>
          <pc:sldMk cId="244854746" sldId="290"/>
        </pc:sldMkLst>
        <pc:spChg chg="del mod">
          <ac:chgData name="Jair Andrade" userId="ac9439da21bf4221" providerId="LiveId" clId="{9E432B40-2719-D54A-B828-2E7D5E6093F4}" dt="2026-07-08T16:11:11.344" v="1399"/>
          <ac:spMkLst>
            <pc:docMk/>
            <pc:sldMk cId="244854746" sldId="290"/>
            <ac:spMk id="11" creationId="{6C65F575-2DD7-7347-9B96-DBCB21C50C5D}"/>
          </ac:spMkLst>
        </pc:spChg>
      </pc:sldChg>
      <pc:sldChg chg="addSp delSp modSp mod delAnim modAnim">
        <pc:chgData name="Jair Andrade" userId="ac9439da21bf4221" providerId="LiveId" clId="{9E432B40-2719-D54A-B828-2E7D5E6093F4}" dt="2026-07-08T20:53:58.127" v="3487"/>
        <pc:sldMkLst>
          <pc:docMk/>
          <pc:sldMk cId="1413063986" sldId="292"/>
        </pc:sldMkLst>
        <pc:spChg chg="add del mod">
          <ac:chgData name="Jair Andrade" userId="ac9439da21bf4221" providerId="LiveId" clId="{9E432B40-2719-D54A-B828-2E7D5E6093F4}" dt="2026-07-08T20:52:51.718" v="3460"/>
          <ac:spMkLst>
            <pc:docMk/>
            <pc:sldMk cId="1413063986" sldId="292"/>
            <ac:spMk id="3" creationId="{65ACC3B4-968C-C94D-AFEC-BD2423E69231}"/>
          </ac:spMkLst>
        </pc:spChg>
        <pc:spChg chg="add mod">
          <ac:chgData name="Jair Andrade" userId="ac9439da21bf4221" providerId="LiveId" clId="{9E432B40-2719-D54A-B828-2E7D5E6093F4}" dt="2026-07-08T20:52:59.281" v="3463" actId="207"/>
          <ac:spMkLst>
            <pc:docMk/>
            <pc:sldMk cId="1413063986" sldId="292"/>
            <ac:spMk id="6" creationId="{A90D0091-6756-464F-A3C3-30920EB437B3}"/>
          </ac:spMkLst>
        </pc:spChg>
        <pc:spChg chg="del mod">
          <ac:chgData name="Jair Andrade" userId="ac9439da21bf4221" providerId="LiveId" clId="{9E432B40-2719-D54A-B828-2E7D5E6093F4}" dt="2026-07-08T17:04:19.544" v="2346" actId="478"/>
          <ac:spMkLst>
            <pc:docMk/>
            <pc:sldMk cId="1413063986" sldId="292"/>
            <ac:spMk id="6" creationId="{CDF6ADB7-ED7E-5D44-A9E6-49D1B6A3EFA1}"/>
          </ac:spMkLst>
        </pc:spChg>
        <pc:spChg chg="add mod">
          <ac:chgData name="Jair Andrade" userId="ac9439da21bf4221" providerId="LiveId" clId="{9E432B40-2719-D54A-B828-2E7D5E6093F4}" dt="2026-07-08T20:53:26.412" v="3483" actId="1076"/>
          <ac:spMkLst>
            <pc:docMk/>
            <pc:sldMk cId="1413063986" sldId="292"/>
            <ac:spMk id="7" creationId="{845E57E5-B8BE-5E48-9426-FC6853AC5D96}"/>
          </ac:spMkLst>
        </pc:spChg>
        <pc:spChg chg="del">
          <ac:chgData name="Jair Andrade" userId="ac9439da21bf4221" providerId="LiveId" clId="{9E432B40-2719-D54A-B828-2E7D5E6093F4}" dt="2026-07-08T17:04:21.131" v="2347" actId="478"/>
          <ac:spMkLst>
            <pc:docMk/>
            <pc:sldMk cId="1413063986" sldId="292"/>
            <ac:spMk id="9" creationId="{691F4AE4-518D-504C-8F0F-9604C35D512E}"/>
          </ac:spMkLst>
        </pc:spChg>
        <pc:spChg chg="del">
          <ac:chgData name="Jair Andrade" userId="ac9439da21bf4221" providerId="LiveId" clId="{9E432B40-2719-D54A-B828-2E7D5E6093F4}" dt="2026-07-08T17:04:22.801" v="2348" actId="478"/>
          <ac:spMkLst>
            <pc:docMk/>
            <pc:sldMk cId="1413063986" sldId="292"/>
            <ac:spMk id="10" creationId="{54555BE7-E0EB-4F4F-AD88-D7C3FBC8BA03}"/>
          </ac:spMkLst>
        </pc:spChg>
        <pc:spChg chg="add del mod">
          <ac:chgData name="Jair Andrade" userId="ac9439da21bf4221" providerId="LiveId" clId="{9E432B40-2719-D54A-B828-2E7D5E6093F4}" dt="2026-07-08T17:20:20.198" v="2481"/>
          <ac:spMkLst>
            <pc:docMk/>
            <pc:sldMk cId="1413063986" sldId="292"/>
            <ac:spMk id="15" creationId="{19E6AD7B-0B8A-2F47-8227-8DB8D9AC3B66}"/>
          </ac:spMkLst>
        </pc:spChg>
        <pc:spChg chg="add del mod">
          <ac:chgData name="Jair Andrade" userId="ac9439da21bf4221" providerId="LiveId" clId="{9E432B40-2719-D54A-B828-2E7D5E6093F4}" dt="2026-07-08T17:46:27.556" v="2767" actId="21"/>
          <ac:spMkLst>
            <pc:docMk/>
            <pc:sldMk cId="1413063986" sldId="292"/>
            <ac:spMk id="18" creationId="{CEF2ADD6-162E-3D46-8744-6668D73CB49D}"/>
          </ac:spMkLst>
        </pc:spChg>
        <pc:spChg chg="add del mod">
          <ac:chgData name="Jair Andrade" userId="ac9439da21bf4221" providerId="LiveId" clId="{9E432B40-2719-D54A-B828-2E7D5E6093F4}" dt="2026-07-08T17:46:27.556" v="2767" actId="21"/>
          <ac:spMkLst>
            <pc:docMk/>
            <pc:sldMk cId="1413063986" sldId="292"/>
            <ac:spMk id="19" creationId="{1C2AD99F-CB33-844F-8A67-897A43C1BE74}"/>
          </ac:spMkLst>
        </pc:spChg>
        <pc:spChg chg="add del mod">
          <ac:chgData name="Jair Andrade" userId="ac9439da21bf4221" providerId="LiveId" clId="{9E432B40-2719-D54A-B828-2E7D5E6093F4}" dt="2026-07-08T17:46:27.556" v="2767" actId="21"/>
          <ac:spMkLst>
            <pc:docMk/>
            <pc:sldMk cId="1413063986" sldId="292"/>
            <ac:spMk id="20" creationId="{C222F4DA-F799-B248-8313-155AA50FE0FE}"/>
          </ac:spMkLst>
        </pc:spChg>
        <pc:spChg chg="add del mod">
          <ac:chgData name="Jair Andrade" userId="ac9439da21bf4221" providerId="LiveId" clId="{9E432B40-2719-D54A-B828-2E7D5E6093F4}" dt="2026-07-08T17:46:27.556" v="2767" actId="21"/>
          <ac:spMkLst>
            <pc:docMk/>
            <pc:sldMk cId="1413063986" sldId="292"/>
            <ac:spMk id="21" creationId="{7D876E39-26A7-5849-B4B1-00AE76E9749D}"/>
          </ac:spMkLst>
        </pc:spChg>
        <pc:spChg chg="add del mod">
          <ac:chgData name="Jair Andrade" userId="ac9439da21bf4221" providerId="LiveId" clId="{9E432B40-2719-D54A-B828-2E7D5E6093F4}" dt="2026-07-08T17:46:27.556" v="2767" actId="21"/>
          <ac:spMkLst>
            <pc:docMk/>
            <pc:sldMk cId="1413063986" sldId="292"/>
            <ac:spMk id="23" creationId="{EE538450-47A5-B048-8FD6-0788643CEC64}"/>
          </ac:spMkLst>
        </pc:spChg>
        <pc:spChg chg="add del mod">
          <ac:chgData name="Jair Andrade" userId="ac9439da21bf4221" providerId="LiveId" clId="{9E432B40-2719-D54A-B828-2E7D5E6093F4}" dt="2026-07-08T17:46:34.592" v="2769" actId="21"/>
          <ac:spMkLst>
            <pc:docMk/>
            <pc:sldMk cId="1413063986" sldId="292"/>
            <ac:spMk id="25" creationId="{D1965994-7283-CA44-B9AD-B7A1A2470025}"/>
          </ac:spMkLst>
        </pc:spChg>
        <pc:spChg chg="add del mod">
          <ac:chgData name="Jair Andrade" userId="ac9439da21bf4221" providerId="LiveId" clId="{9E432B40-2719-D54A-B828-2E7D5E6093F4}" dt="2026-07-08T17:46:46.795" v="2772" actId="21"/>
          <ac:spMkLst>
            <pc:docMk/>
            <pc:sldMk cId="1413063986" sldId="292"/>
            <ac:spMk id="26" creationId="{C66794A3-9B50-064E-BA84-FC66154C2737}"/>
          </ac:spMkLst>
        </pc:spChg>
        <pc:spChg chg="add mod">
          <ac:chgData name="Jair Andrade" userId="ac9439da21bf4221" providerId="LiveId" clId="{9E432B40-2719-D54A-B828-2E7D5E6093F4}" dt="2026-07-08T18:47:51.031" v="3325" actId="1076"/>
          <ac:spMkLst>
            <pc:docMk/>
            <pc:sldMk cId="1413063986" sldId="292"/>
            <ac:spMk id="31" creationId="{DEE696C0-8B2B-6444-BDD3-A2D47808FC0A}"/>
          </ac:spMkLst>
        </pc:spChg>
        <pc:spChg chg="add mod">
          <ac:chgData name="Jair Andrade" userId="ac9439da21bf4221" providerId="LiveId" clId="{9E432B40-2719-D54A-B828-2E7D5E6093F4}" dt="2026-07-08T18:48:06.788" v="3327" actId="1076"/>
          <ac:spMkLst>
            <pc:docMk/>
            <pc:sldMk cId="1413063986" sldId="292"/>
            <ac:spMk id="32" creationId="{F3D40F47-B69D-B345-A88C-DC9209A8A5FC}"/>
          </ac:spMkLst>
        </pc:spChg>
        <pc:picChg chg="add mod">
          <ac:chgData name="Jair Andrade" userId="ac9439da21bf4221" providerId="LiveId" clId="{9E432B40-2719-D54A-B828-2E7D5E6093F4}" dt="2026-07-08T18:13:30.594" v="2958" actId="1076"/>
          <ac:picMkLst>
            <pc:docMk/>
            <pc:sldMk cId="1413063986" sldId="292"/>
            <ac:picMk id="5" creationId="{634AE2AB-87BA-2549-BC3F-213ECB373C5F}"/>
          </ac:picMkLst>
        </pc:picChg>
        <pc:picChg chg="add mod">
          <ac:chgData name="Jair Andrade" userId="ac9439da21bf4221" providerId="LiveId" clId="{9E432B40-2719-D54A-B828-2E7D5E6093F4}" dt="2026-07-08T18:13:32.022" v="2959" actId="1076"/>
          <ac:picMkLst>
            <pc:docMk/>
            <pc:sldMk cId="1413063986" sldId="292"/>
            <ac:picMk id="8" creationId="{2BAD830D-7C87-9441-868B-E811B20F8992}"/>
          </ac:picMkLst>
        </pc:picChg>
        <pc:picChg chg="add mod">
          <ac:chgData name="Jair Andrade" userId="ac9439da21bf4221" providerId="LiveId" clId="{9E432B40-2719-D54A-B828-2E7D5E6093F4}" dt="2026-07-08T18:13:36.939" v="2961" actId="1076"/>
          <ac:picMkLst>
            <pc:docMk/>
            <pc:sldMk cId="1413063986" sldId="292"/>
            <ac:picMk id="11" creationId="{37F5EDB5-1ACF-AF43-A17B-7B4CD11E5B7A}"/>
          </ac:picMkLst>
        </pc:picChg>
        <pc:picChg chg="add del mod">
          <ac:chgData name="Jair Andrade" userId="ac9439da21bf4221" providerId="LiveId" clId="{9E432B40-2719-D54A-B828-2E7D5E6093F4}" dt="2026-07-08T17:46:09.977" v="2765" actId="478"/>
          <ac:picMkLst>
            <pc:docMk/>
            <pc:sldMk cId="1413063986" sldId="292"/>
            <ac:picMk id="13" creationId="{C14C214A-CE3C-7C4C-86F2-948E820A1984}"/>
          </ac:picMkLst>
        </pc:picChg>
        <pc:picChg chg="del">
          <ac:chgData name="Jair Andrade" userId="ac9439da21bf4221" providerId="LiveId" clId="{9E432B40-2719-D54A-B828-2E7D5E6093F4}" dt="2026-07-08T17:04:23.532" v="2349" actId="478"/>
          <ac:picMkLst>
            <pc:docMk/>
            <pc:sldMk cId="1413063986" sldId="292"/>
            <ac:picMk id="14" creationId="{567DC9C7-14B5-C942-8E7D-CBB7991805EE}"/>
          </ac:picMkLst>
        </pc:picChg>
        <pc:picChg chg="del">
          <ac:chgData name="Jair Andrade" userId="ac9439da21bf4221" providerId="LiveId" clId="{9E432B40-2719-D54A-B828-2E7D5E6093F4}" dt="2026-07-08T17:04:24.319" v="2350" actId="478"/>
          <ac:picMkLst>
            <pc:docMk/>
            <pc:sldMk cId="1413063986" sldId="292"/>
            <ac:picMk id="16" creationId="{FAA1BA97-9B7D-8A45-A488-CF8C0761EC33}"/>
          </ac:picMkLst>
        </pc:picChg>
        <pc:picChg chg="add mod">
          <ac:chgData name="Jair Andrade" userId="ac9439da21bf4221" providerId="LiveId" clId="{9E432B40-2719-D54A-B828-2E7D5E6093F4}" dt="2026-07-08T17:50:01.132" v="2792" actId="1076"/>
          <ac:picMkLst>
            <pc:docMk/>
            <pc:sldMk cId="1413063986" sldId="292"/>
            <ac:picMk id="27" creationId="{C58FC20D-B9CE-AD42-9E64-26C7FA399481}"/>
          </ac:picMkLst>
        </pc:picChg>
        <pc:picChg chg="add del mod">
          <ac:chgData name="Jair Andrade" userId="ac9439da21bf4221" providerId="LiveId" clId="{9E432B40-2719-D54A-B828-2E7D5E6093F4}" dt="2026-07-08T18:17:19.918" v="2969" actId="478"/>
          <ac:picMkLst>
            <pc:docMk/>
            <pc:sldMk cId="1413063986" sldId="292"/>
            <ac:picMk id="28" creationId="{A20EA4A6-1C18-DC47-B769-8CDB8F009A44}"/>
          </ac:picMkLst>
        </pc:picChg>
        <pc:picChg chg="add del mod">
          <ac:chgData name="Jair Andrade" userId="ac9439da21bf4221" providerId="LiveId" clId="{9E432B40-2719-D54A-B828-2E7D5E6093F4}" dt="2026-07-08T18:15:56.091" v="2967"/>
          <ac:picMkLst>
            <pc:docMk/>
            <pc:sldMk cId="1413063986" sldId="292"/>
            <ac:picMk id="29" creationId="{90089927-92F3-B641-823A-0C6D00E4F5EE}"/>
          </ac:picMkLst>
        </pc:picChg>
        <pc:picChg chg="add mod">
          <ac:chgData name="Jair Andrade" userId="ac9439da21bf4221" providerId="LiveId" clId="{9E432B40-2719-D54A-B828-2E7D5E6093F4}" dt="2026-07-08T18:17:55.314" v="2972" actId="1076"/>
          <ac:picMkLst>
            <pc:docMk/>
            <pc:sldMk cId="1413063986" sldId="292"/>
            <ac:picMk id="30" creationId="{50960009-F64E-D941-AA1D-717CEBCCB374}"/>
          </ac:picMkLst>
        </pc:picChg>
      </pc:sldChg>
      <pc:sldChg chg="del">
        <pc:chgData name="Jair Andrade" userId="ac9439da21bf4221" providerId="LiveId" clId="{9E432B40-2719-D54A-B828-2E7D5E6093F4}" dt="2026-07-08T17:54:39.133" v="2804" actId="2696"/>
        <pc:sldMkLst>
          <pc:docMk/>
          <pc:sldMk cId="887733553" sldId="293"/>
        </pc:sldMkLst>
      </pc:sldChg>
      <pc:sldChg chg="del">
        <pc:chgData name="Jair Andrade" userId="ac9439da21bf4221" providerId="LiveId" clId="{9E432B40-2719-D54A-B828-2E7D5E6093F4}" dt="2026-07-08T10:54:50.201" v="50" actId="2696"/>
        <pc:sldMkLst>
          <pc:docMk/>
          <pc:sldMk cId="135152378" sldId="294"/>
        </pc:sldMkLst>
      </pc:sldChg>
      <pc:sldChg chg="modSp new mod">
        <pc:chgData name="Jair Andrade" userId="ac9439da21bf4221" providerId="LiveId" clId="{9E432B40-2719-D54A-B828-2E7D5E6093F4}" dt="2026-07-08T18:45:42.439" v="3318" actId="5793"/>
        <pc:sldMkLst>
          <pc:docMk/>
          <pc:sldMk cId="3469419966" sldId="294"/>
        </pc:sldMkLst>
        <pc:spChg chg="mod">
          <ac:chgData name="Jair Andrade" userId="ac9439da21bf4221" providerId="LiveId" clId="{9E432B40-2719-D54A-B828-2E7D5E6093F4}" dt="2026-07-08T12:23:42.871" v="259" actId="20577"/>
          <ac:spMkLst>
            <pc:docMk/>
            <pc:sldMk cId="3469419966" sldId="294"/>
            <ac:spMk id="2" creationId="{5F37F311-8A08-FD40-8C47-6996C38171DD}"/>
          </ac:spMkLst>
        </pc:spChg>
        <pc:spChg chg="mod">
          <ac:chgData name="Jair Andrade" userId="ac9439da21bf4221" providerId="LiveId" clId="{9E432B40-2719-D54A-B828-2E7D5E6093F4}" dt="2026-07-08T18:45:42.439" v="3318" actId="5793"/>
          <ac:spMkLst>
            <pc:docMk/>
            <pc:sldMk cId="3469419966" sldId="294"/>
            <ac:spMk id="3" creationId="{3F3842D4-FE40-6F42-85CC-04BBE0F629FC}"/>
          </ac:spMkLst>
        </pc:spChg>
      </pc:sldChg>
      <pc:sldChg chg="addSp delSp modSp new mod modAnim">
        <pc:chgData name="Jair Andrade" userId="ac9439da21bf4221" providerId="LiveId" clId="{9E432B40-2719-D54A-B828-2E7D5E6093F4}" dt="2026-07-08T19:47:09.350" v="3394"/>
        <pc:sldMkLst>
          <pc:docMk/>
          <pc:sldMk cId="2691247634" sldId="295"/>
        </pc:sldMkLst>
        <pc:spChg chg="mod">
          <ac:chgData name="Jair Andrade" userId="ac9439da21bf4221" providerId="LiveId" clId="{9E432B40-2719-D54A-B828-2E7D5E6093F4}" dt="2026-07-08T12:40:00.724" v="307" actId="20577"/>
          <ac:spMkLst>
            <pc:docMk/>
            <pc:sldMk cId="2691247634" sldId="295"/>
            <ac:spMk id="2" creationId="{14FFD7CC-C38D-0949-9D65-C0023212C506}"/>
          </ac:spMkLst>
        </pc:spChg>
        <pc:spChg chg="add mod">
          <ac:chgData name="Jair Andrade" userId="ac9439da21bf4221" providerId="LiveId" clId="{9E432B40-2719-D54A-B828-2E7D5E6093F4}" dt="2026-07-08T19:46:54.406" v="3390" actId="1076"/>
          <ac:spMkLst>
            <pc:docMk/>
            <pc:sldMk cId="2691247634" sldId="295"/>
            <ac:spMk id="3" creationId="{07A1F751-399F-DB4C-8AAC-BA4276E4551C}"/>
          </ac:spMkLst>
        </pc:spChg>
        <pc:spChg chg="del">
          <ac:chgData name="Jair Andrade" userId="ac9439da21bf4221" providerId="LiveId" clId="{9E432B40-2719-D54A-B828-2E7D5E6093F4}" dt="2026-07-08T12:39:13.941" v="292" actId="478"/>
          <ac:spMkLst>
            <pc:docMk/>
            <pc:sldMk cId="2691247634" sldId="295"/>
            <ac:spMk id="3" creationId="{7C58FBB4-33CA-F24A-A55B-0A32B95C1E8D}"/>
          </ac:spMkLst>
        </pc:spChg>
        <pc:spChg chg="add mod">
          <ac:chgData name="Jair Andrade" userId="ac9439da21bf4221" providerId="LiveId" clId="{9E432B40-2719-D54A-B828-2E7D5E6093F4}" dt="2026-07-08T13:00:08.379" v="507" actId="14100"/>
          <ac:spMkLst>
            <pc:docMk/>
            <pc:sldMk cId="2691247634" sldId="295"/>
            <ac:spMk id="8" creationId="{CF2517D3-C700-F64B-A015-734F0571C256}"/>
          </ac:spMkLst>
        </pc:spChg>
        <pc:spChg chg="add mod">
          <ac:chgData name="Jair Andrade" userId="ac9439da21bf4221" providerId="LiveId" clId="{9E432B40-2719-D54A-B828-2E7D5E6093F4}" dt="2026-07-08T12:49:11.093" v="492" actId="1076"/>
          <ac:spMkLst>
            <pc:docMk/>
            <pc:sldMk cId="2691247634" sldId="295"/>
            <ac:spMk id="10" creationId="{E2A90131-EB09-F548-8D0A-5DC9087285E9}"/>
          </ac:spMkLst>
        </pc:spChg>
        <pc:spChg chg="add mod">
          <ac:chgData name="Jair Andrade" userId="ac9439da21bf4221" providerId="LiveId" clId="{9E432B40-2719-D54A-B828-2E7D5E6093F4}" dt="2026-07-08T12:44:16.120" v="325" actId="1076"/>
          <ac:spMkLst>
            <pc:docMk/>
            <pc:sldMk cId="2691247634" sldId="295"/>
            <ac:spMk id="12" creationId="{E7B2AC94-8A7E-1B48-A35B-F08EB251A6F5}"/>
          </ac:spMkLst>
        </pc:spChg>
        <pc:spChg chg="add mod">
          <ac:chgData name="Jair Andrade" userId="ac9439da21bf4221" providerId="LiveId" clId="{9E432B40-2719-D54A-B828-2E7D5E6093F4}" dt="2026-07-08T12:48:45.850" v="487" actId="207"/>
          <ac:spMkLst>
            <pc:docMk/>
            <pc:sldMk cId="2691247634" sldId="295"/>
            <ac:spMk id="14" creationId="{54722646-2ECB-2A43-9165-D7CC18CB5BE6}"/>
          </ac:spMkLst>
        </pc:spChg>
        <pc:spChg chg="add mod">
          <ac:chgData name="Jair Andrade" userId="ac9439da21bf4221" providerId="LiveId" clId="{9E432B40-2719-D54A-B828-2E7D5E6093F4}" dt="2026-07-08T12:50:01.945" v="494" actId="20577"/>
          <ac:spMkLst>
            <pc:docMk/>
            <pc:sldMk cId="2691247634" sldId="295"/>
            <ac:spMk id="15" creationId="{705A03D4-21C7-3142-9BEF-DBDC2AC7E915}"/>
          </ac:spMkLst>
        </pc:spChg>
        <pc:spChg chg="add mod">
          <ac:chgData name="Jair Andrade" userId="ac9439da21bf4221" providerId="LiveId" clId="{9E432B40-2719-D54A-B828-2E7D5E6093F4}" dt="2026-07-08T12:49:16.424" v="493" actId="1076"/>
          <ac:spMkLst>
            <pc:docMk/>
            <pc:sldMk cId="2691247634" sldId="295"/>
            <ac:spMk id="16" creationId="{F0789FCE-FE04-164A-9A43-181766BFB8E6}"/>
          </ac:spMkLst>
        </pc:spChg>
        <pc:picChg chg="add mod">
          <ac:chgData name="Jair Andrade" userId="ac9439da21bf4221" providerId="LiveId" clId="{9E432B40-2719-D54A-B828-2E7D5E6093F4}" dt="2026-07-08T12:39:32.698" v="297" actId="1076"/>
          <ac:picMkLst>
            <pc:docMk/>
            <pc:sldMk cId="2691247634" sldId="295"/>
            <ac:picMk id="5" creationId="{EBEBCA67-294B-E442-AD1F-C755B4055EE6}"/>
          </ac:picMkLst>
        </pc:picChg>
        <pc:picChg chg="add mod">
          <ac:chgData name="Jair Andrade" userId="ac9439da21bf4221" providerId="LiveId" clId="{9E432B40-2719-D54A-B828-2E7D5E6093F4}" dt="2026-07-08T12:59:58.424" v="504" actId="167"/>
          <ac:picMkLst>
            <pc:docMk/>
            <pc:sldMk cId="2691247634" sldId="295"/>
            <ac:picMk id="6" creationId="{3F01B3CF-A198-6942-A29C-1B500C376E9B}"/>
          </ac:picMkLst>
        </pc:picChg>
        <pc:picChg chg="add mod">
          <ac:chgData name="Jair Andrade" userId="ac9439da21bf4221" providerId="LiveId" clId="{9E432B40-2719-D54A-B828-2E7D5E6093F4}" dt="2026-07-08T12:44:16.120" v="325" actId="1076"/>
          <ac:picMkLst>
            <pc:docMk/>
            <pc:sldMk cId="2691247634" sldId="295"/>
            <ac:picMk id="7" creationId="{2383CF09-C250-FA44-AE74-7468D971164C}"/>
          </ac:picMkLst>
        </pc:picChg>
        <pc:picChg chg="add mod">
          <ac:chgData name="Jair Andrade" userId="ac9439da21bf4221" providerId="LiveId" clId="{9E432B40-2719-D54A-B828-2E7D5E6093F4}" dt="2026-07-08T12:46:15.404" v="331" actId="1076"/>
          <ac:picMkLst>
            <pc:docMk/>
            <pc:sldMk cId="2691247634" sldId="295"/>
            <ac:picMk id="13" creationId="{4A0AB4B3-27CE-0340-B585-99330E914796}"/>
          </ac:picMkLst>
        </pc:picChg>
      </pc:sldChg>
      <pc:sldChg chg="add del">
        <pc:chgData name="Jair Andrade" userId="ac9439da21bf4221" providerId="LiveId" clId="{9E432B40-2719-D54A-B828-2E7D5E6093F4}" dt="2026-07-08T10:54:53.881" v="53" actId="2696"/>
        <pc:sldMkLst>
          <pc:docMk/>
          <pc:sldMk cId="2949961291" sldId="295"/>
        </pc:sldMkLst>
      </pc:sldChg>
      <pc:sldChg chg="addSp delSp modSp new mod ord modAnim">
        <pc:chgData name="Jair Andrade" userId="ac9439da21bf4221" providerId="LiveId" clId="{9E432B40-2719-D54A-B828-2E7D5E6093F4}" dt="2026-07-08T20:46:56.984" v="3395" actId="478"/>
        <pc:sldMkLst>
          <pc:docMk/>
          <pc:sldMk cId="2196050245" sldId="296"/>
        </pc:sldMkLst>
        <pc:spChg chg="mod">
          <ac:chgData name="Jair Andrade" userId="ac9439da21bf4221" providerId="LiveId" clId="{9E432B40-2719-D54A-B828-2E7D5E6093F4}" dt="2026-07-08T13:17:12.770" v="523"/>
          <ac:spMkLst>
            <pc:docMk/>
            <pc:sldMk cId="2196050245" sldId="296"/>
            <ac:spMk id="2" creationId="{BB7906B4-6A54-2B4D-A2F5-F0D450B26A33}"/>
          </ac:spMkLst>
        </pc:spChg>
        <pc:spChg chg="mod">
          <ac:chgData name="Jair Andrade" userId="ac9439da21bf4221" providerId="LiveId" clId="{9E432B40-2719-D54A-B828-2E7D5E6093F4}" dt="2026-07-08T15:00:49.591" v="905" actId="1076"/>
          <ac:spMkLst>
            <pc:docMk/>
            <pc:sldMk cId="2196050245" sldId="296"/>
            <ac:spMk id="3" creationId="{3F85E7FB-D816-0B4B-8C0C-32276FA6825D}"/>
          </ac:spMkLst>
        </pc:spChg>
        <pc:spChg chg="add mod">
          <ac:chgData name="Jair Andrade" userId="ac9439da21bf4221" providerId="LiveId" clId="{9E432B40-2719-D54A-B828-2E7D5E6093F4}" dt="2026-07-08T15:03:03.564" v="928" actId="404"/>
          <ac:spMkLst>
            <pc:docMk/>
            <pc:sldMk cId="2196050245" sldId="296"/>
            <ac:spMk id="5" creationId="{941AF32F-8267-C648-91AC-FBE9D7312D35}"/>
          </ac:spMkLst>
        </pc:spChg>
        <pc:spChg chg="add del mod">
          <ac:chgData name="Jair Andrade" userId="ac9439da21bf4221" providerId="LiveId" clId="{9E432B40-2719-D54A-B828-2E7D5E6093F4}" dt="2026-07-08T14:42:17.035" v="629" actId="478"/>
          <ac:spMkLst>
            <pc:docMk/>
            <pc:sldMk cId="2196050245" sldId="296"/>
            <ac:spMk id="6" creationId="{16F8FF84-EA4D-2245-9201-C8DB3639BEF0}"/>
          </ac:spMkLst>
        </pc:spChg>
        <pc:spChg chg="add mod">
          <ac:chgData name="Jair Andrade" userId="ac9439da21bf4221" providerId="LiveId" clId="{9E432B40-2719-D54A-B828-2E7D5E6093F4}" dt="2026-07-08T15:03:21.203" v="930" actId="1076"/>
          <ac:spMkLst>
            <pc:docMk/>
            <pc:sldMk cId="2196050245" sldId="296"/>
            <ac:spMk id="7" creationId="{1066CA45-7931-E640-B3C0-077072054217}"/>
          </ac:spMkLst>
        </pc:spChg>
        <pc:spChg chg="add mod">
          <ac:chgData name="Jair Andrade" userId="ac9439da21bf4221" providerId="LiveId" clId="{9E432B40-2719-D54A-B828-2E7D5E6093F4}" dt="2026-07-08T15:03:26.767" v="932" actId="1076"/>
          <ac:spMkLst>
            <pc:docMk/>
            <pc:sldMk cId="2196050245" sldId="296"/>
            <ac:spMk id="8" creationId="{26837DA8-BD9D-1648-83AC-87C1BEB062A1}"/>
          </ac:spMkLst>
        </pc:spChg>
        <pc:spChg chg="add mod">
          <ac:chgData name="Jair Andrade" userId="ac9439da21bf4221" providerId="LiveId" clId="{9E432B40-2719-D54A-B828-2E7D5E6093F4}" dt="2026-07-08T15:03:24.595" v="931" actId="1076"/>
          <ac:spMkLst>
            <pc:docMk/>
            <pc:sldMk cId="2196050245" sldId="296"/>
            <ac:spMk id="9" creationId="{923D51DC-04DE-6E46-A53B-C2C19FCA396C}"/>
          </ac:spMkLst>
        </pc:spChg>
        <pc:spChg chg="add mod">
          <ac:chgData name="Jair Andrade" userId="ac9439da21bf4221" providerId="LiveId" clId="{9E432B40-2719-D54A-B828-2E7D5E6093F4}" dt="2026-07-08T15:07:53.733" v="1023" actId="20577"/>
          <ac:spMkLst>
            <pc:docMk/>
            <pc:sldMk cId="2196050245" sldId="296"/>
            <ac:spMk id="10" creationId="{C2E0BBBA-C40C-6942-837C-F93F5A35737F}"/>
          </ac:spMkLst>
        </pc:spChg>
        <pc:spChg chg="add del mod">
          <ac:chgData name="Jair Andrade" userId="ac9439da21bf4221" providerId="LiveId" clId="{9E432B40-2719-D54A-B828-2E7D5E6093F4}" dt="2026-07-08T14:56:14.523" v="799" actId="478"/>
          <ac:spMkLst>
            <pc:docMk/>
            <pc:sldMk cId="2196050245" sldId="296"/>
            <ac:spMk id="24" creationId="{0AF9A86B-175D-1B45-B5D3-923F93382B34}"/>
          </ac:spMkLst>
        </pc:spChg>
        <pc:spChg chg="add mod">
          <ac:chgData name="Jair Andrade" userId="ac9439da21bf4221" providerId="LiveId" clId="{9E432B40-2719-D54A-B828-2E7D5E6093F4}" dt="2026-07-08T15:06:37.179" v="1010" actId="1076"/>
          <ac:spMkLst>
            <pc:docMk/>
            <pc:sldMk cId="2196050245" sldId="296"/>
            <ac:spMk id="25" creationId="{B6EE333B-FBB9-5E4A-A6AB-A84B9CEF21DD}"/>
          </ac:spMkLst>
        </pc:spChg>
        <pc:spChg chg="add mod">
          <ac:chgData name="Jair Andrade" userId="ac9439da21bf4221" providerId="LiveId" clId="{9E432B40-2719-D54A-B828-2E7D5E6093F4}" dt="2026-07-08T15:15:04.643" v="1091" actId="1076"/>
          <ac:spMkLst>
            <pc:docMk/>
            <pc:sldMk cId="2196050245" sldId="296"/>
            <ac:spMk id="26" creationId="{30140669-97BF-C541-B2F9-CC0D34D57BF9}"/>
          </ac:spMkLst>
        </pc:spChg>
        <pc:spChg chg="add mod">
          <ac:chgData name="Jair Andrade" userId="ac9439da21bf4221" providerId="LiveId" clId="{9E432B40-2719-D54A-B828-2E7D5E6093F4}" dt="2026-07-08T15:10:24.865" v="1048" actId="20577"/>
          <ac:spMkLst>
            <pc:docMk/>
            <pc:sldMk cId="2196050245" sldId="296"/>
            <ac:spMk id="27" creationId="{E29F6094-BAAF-8441-90BE-C8EAA630387C}"/>
          </ac:spMkLst>
        </pc:spChg>
        <pc:spChg chg="add mod">
          <ac:chgData name="Jair Andrade" userId="ac9439da21bf4221" providerId="LiveId" clId="{9E432B40-2719-D54A-B828-2E7D5E6093F4}" dt="2026-07-08T15:03:31.950" v="934" actId="14100"/>
          <ac:spMkLst>
            <pc:docMk/>
            <pc:sldMk cId="2196050245" sldId="296"/>
            <ac:spMk id="28" creationId="{C3C9D856-3B6A-DE44-AB22-3BFF31B82A6C}"/>
          </ac:spMkLst>
        </pc:spChg>
        <pc:spChg chg="add mod">
          <ac:chgData name="Jair Andrade" userId="ac9439da21bf4221" providerId="LiveId" clId="{9E432B40-2719-D54A-B828-2E7D5E6093F4}" dt="2026-07-08T15:06:43.056" v="1012" actId="1076"/>
          <ac:spMkLst>
            <pc:docMk/>
            <pc:sldMk cId="2196050245" sldId="296"/>
            <ac:spMk id="30" creationId="{156745D8-1F73-374D-9C33-026568A64D88}"/>
          </ac:spMkLst>
        </pc:spChg>
        <pc:spChg chg="add mod">
          <ac:chgData name="Jair Andrade" userId="ac9439da21bf4221" providerId="LiveId" clId="{9E432B40-2719-D54A-B828-2E7D5E6093F4}" dt="2026-07-08T15:09:22.308" v="1042" actId="208"/>
          <ac:spMkLst>
            <pc:docMk/>
            <pc:sldMk cId="2196050245" sldId="296"/>
            <ac:spMk id="31" creationId="{EC40B6ED-56D7-5F4A-85AE-859859AED26F}"/>
          </ac:spMkLst>
        </pc:spChg>
        <pc:spChg chg="add mod">
          <ac:chgData name="Jair Andrade" userId="ac9439da21bf4221" providerId="LiveId" clId="{9E432B40-2719-D54A-B828-2E7D5E6093F4}" dt="2026-07-08T15:09:30.210" v="1044" actId="1076"/>
          <ac:spMkLst>
            <pc:docMk/>
            <pc:sldMk cId="2196050245" sldId="296"/>
            <ac:spMk id="32" creationId="{1EC54E42-05CD-094C-B83C-0DC69519D820}"/>
          </ac:spMkLst>
        </pc:spChg>
        <pc:spChg chg="add mod">
          <ac:chgData name="Jair Andrade" userId="ac9439da21bf4221" providerId="LiveId" clId="{9E432B40-2719-D54A-B828-2E7D5E6093F4}" dt="2026-07-08T15:10:51.898" v="1052" actId="14100"/>
          <ac:spMkLst>
            <pc:docMk/>
            <pc:sldMk cId="2196050245" sldId="296"/>
            <ac:spMk id="33" creationId="{0F58803D-AB9F-DE4F-8A04-99B193743BF7}"/>
          </ac:spMkLst>
        </pc:spChg>
        <pc:spChg chg="add mod">
          <ac:chgData name="Jair Andrade" userId="ac9439da21bf4221" providerId="LiveId" clId="{9E432B40-2719-D54A-B828-2E7D5E6093F4}" dt="2026-07-08T15:10:58.331" v="1054" actId="1076"/>
          <ac:spMkLst>
            <pc:docMk/>
            <pc:sldMk cId="2196050245" sldId="296"/>
            <ac:spMk id="34" creationId="{6378C459-440F-B342-9CF0-D00005B4EFC1}"/>
          </ac:spMkLst>
        </pc:spChg>
        <pc:spChg chg="add mod">
          <ac:chgData name="Jair Andrade" userId="ac9439da21bf4221" providerId="LiveId" clId="{9E432B40-2719-D54A-B828-2E7D5E6093F4}" dt="2026-07-08T15:13:56.108" v="1083" actId="1037"/>
          <ac:spMkLst>
            <pc:docMk/>
            <pc:sldMk cId="2196050245" sldId="296"/>
            <ac:spMk id="35" creationId="{B07C53E6-3A9E-1F4E-A1C5-6254556F3C81}"/>
          </ac:spMkLst>
        </pc:spChg>
        <pc:spChg chg="add mod">
          <ac:chgData name="Jair Andrade" userId="ac9439da21bf4221" providerId="LiveId" clId="{9E432B40-2719-D54A-B828-2E7D5E6093F4}" dt="2026-07-08T15:14:14.235" v="1090" actId="1035"/>
          <ac:spMkLst>
            <pc:docMk/>
            <pc:sldMk cId="2196050245" sldId="296"/>
            <ac:spMk id="36" creationId="{E03238FC-FD4B-E740-8E31-5EB88432AED4}"/>
          </ac:spMkLst>
        </pc:spChg>
        <pc:spChg chg="add del mod">
          <ac:chgData name="Jair Andrade" userId="ac9439da21bf4221" providerId="LiveId" clId="{9E432B40-2719-D54A-B828-2E7D5E6093F4}" dt="2026-07-08T15:15:10.842" v="1093"/>
          <ac:spMkLst>
            <pc:docMk/>
            <pc:sldMk cId="2196050245" sldId="296"/>
            <ac:spMk id="37" creationId="{436D9D15-247D-1949-97F9-D32EADFD5BAA}"/>
          </ac:spMkLst>
        </pc:spChg>
        <pc:spChg chg="add mod">
          <ac:chgData name="Jair Andrade" userId="ac9439da21bf4221" providerId="LiveId" clId="{9E432B40-2719-D54A-B828-2E7D5E6093F4}" dt="2026-07-08T15:15:34.457" v="1127" actId="207"/>
          <ac:spMkLst>
            <pc:docMk/>
            <pc:sldMk cId="2196050245" sldId="296"/>
            <ac:spMk id="38" creationId="{9D45ED60-FF21-264E-ABE9-38BA984E15E3}"/>
          </ac:spMkLst>
        </pc:spChg>
        <pc:spChg chg="add mod">
          <ac:chgData name="Jair Andrade" userId="ac9439da21bf4221" providerId="LiveId" clId="{9E432B40-2719-D54A-B828-2E7D5E6093F4}" dt="2026-07-08T16:09:50.483" v="1374" actId="1076"/>
          <ac:spMkLst>
            <pc:docMk/>
            <pc:sldMk cId="2196050245" sldId="296"/>
            <ac:spMk id="46" creationId="{946049F6-0F2E-EA40-BE8D-19478AA85A9F}"/>
          </ac:spMkLst>
        </pc:spChg>
        <pc:spChg chg="add mod">
          <ac:chgData name="Jair Andrade" userId="ac9439da21bf4221" providerId="LiveId" clId="{9E432B40-2719-D54A-B828-2E7D5E6093F4}" dt="2026-07-08T16:10:09.915" v="1391" actId="1076"/>
          <ac:spMkLst>
            <pc:docMk/>
            <pc:sldMk cId="2196050245" sldId="296"/>
            <ac:spMk id="47" creationId="{EF1D7590-5A2D-5D4C-AAF2-DB40D533B436}"/>
          </ac:spMkLst>
        </pc:spChg>
        <pc:picChg chg="add mod">
          <ac:chgData name="Jair Andrade" userId="ac9439da21bf4221" providerId="LiveId" clId="{9E432B40-2719-D54A-B828-2E7D5E6093F4}" dt="2026-07-08T15:04:53.623" v="947" actId="1076"/>
          <ac:picMkLst>
            <pc:docMk/>
            <pc:sldMk cId="2196050245" sldId="296"/>
            <ac:picMk id="11" creationId="{313D3854-C9F6-AB4C-BF7A-A94B168E6F62}"/>
          </ac:picMkLst>
        </pc:picChg>
        <pc:picChg chg="add mod">
          <ac:chgData name="Jair Andrade" userId="ac9439da21bf4221" providerId="LiveId" clId="{9E432B40-2719-D54A-B828-2E7D5E6093F4}" dt="2026-07-08T15:10:28.711" v="1049" actId="1076"/>
          <ac:picMkLst>
            <pc:docMk/>
            <pc:sldMk cId="2196050245" sldId="296"/>
            <ac:picMk id="29" creationId="{AE57BBF6-9FEB-8646-876F-5B7956A9345D}"/>
          </ac:picMkLst>
        </pc:picChg>
        <pc:picChg chg="add del mod">
          <ac:chgData name="Jair Andrade" userId="ac9439da21bf4221" providerId="LiveId" clId="{9E432B40-2719-D54A-B828-2E7D5E6093F4}" dt="2026-07-08T15:44:15.192" v="1130" actId="478"/>
          <ac:picMkLst>
            <pc:docMk/>
            <pc:sldMk cId="2196050245" sldId="296"/>
            <ac:picMk id="40" creationId="{6353C41B-F02A-E04B-80D6-F990AEFA65E9}"/>
          </ac:picMkLst>
        </pc:picChg>
        <pc:picChg chg="add mod">
          <ac:chgData name="Jair Andrade" userId="ac9439da21bf4221" providerId="LiveId" clId="{9E432B40-2719-D54A-B828-2E7D5E6093F4}" dt="2026-07-08T15:45:30.337" v="1132" actId="1076"/>
          <ac:picMkLst>
            <pc:docMk/>
            <pc:sldMk cId="2196050245" sldId="296"/>
            <ac:picMk id="42" creationId="{66AF52BC-A4A2-0640-9345-FB73B9C1CA7E}"/>
          </ac:picMkLst>
        </pc:picChg>
        <pc:picChg chg="add mod">
          <ac:chgData name="Jair Andrade" userId="ac9439da21bf4221" providerId="LiveId" clId="{9E432B40-2719-D54A-B828-2E7D5E6093F4}" dt="2026-07-08T15:46:47.211" v="1134" actId="1076"/>
          <ac:picMkLst>
            <pc:docMk/>
            <pc:sldMk cId="2196050245" sldId="296"/>
            <ac:picMk id="44" creationId="{8EEDEED5-378E-6F49-9EE0-AFB9ABA51384}"/>
          </ac:picMkLst>
        </pc:picChg>
        <pc:picChg chg="add del mod">
          <ac:chgData name="Jair Andrade" userId="ac9439da21bf4221" providerId="LiveId" clId="{9E432B40-2719-D54A-B828-2E7D5E6093F4}" dt="2026-07-08T20:46:56.984" v="3395" actId="478"/>
          <ac:picMkLst>
            <pc:docMk/>
            <pc:sldMk cId="2196050245" sldId="296"/>
            <ac:picMk id="2050" creationId="{EFED4622-B9BE-D241-9E54-A5F82054D555}"/>
          </ac:picMkLst>
        </pc:picChg>
        <pc:cxnChg chg="add del">
          <ac:chgData name="Jair Andrade" userId="ac9439da21bf4221" providerId="LiveId" clId="{9E432B40-2719-D54A-B828-2E7D5E6093F4}" dt="2026-07-08T14:52:23.682" v="783" actId="478"/>
          <ac:cxnSpMkLst>
            <pc:docMk/>
            <pc:sldMk cId="2196050245" sldId="296"/>
            <ac:cxnSpMk id="13" creationId="{735830F4-A2F8-CC45-B46E-162DECD0CB8D}"/>
          </ac:cxnSpMkLst>
        </pc:cxnChg>
        <pc:cxnChg chg="add del mod">
          <ac:chgData name="Jair Andrade" userId="ac9439da21bf4221" providerId="LiveId" clId="{9E432B40-2719-D54A-B828-2E7D5E6093F4}" dt="2026-07-08T14:52:40.024" v="787" actId="478"/>
          <ac:cxnSpMkLst>
            <pc:docMk/>
            <pc:sldMk cId="2196050245" sldId="296"/>
            <ac:cxnSpMk id="15" creationId="{C4460B8A-039F-D64B-8338-A8604B120C29}"/>
          </ac:cxnSpMkLst>
        </pc:cxnChg>
        <pc:cxnChg chg="add del mod">
          <ac:chgData name="Jair Andrade" userId="ac9439da21bf4221" providerId="LiveId" clId="{9E432B40-2719-D54A-B828-2E7D5E6093F4}" dt="2026-07-08T14:55:34.618" v="793" actId="478"/>
          <ac:cxnSpMkLst>
            <pc:docMk/>
            <pc:sldMk cId="2196050245" sldId="296"/>
            <ac:cxnSpMk id="19" creationId="{A7EAA3E1-92CF-8042-8D9F-112403E7D9B9}"/>
          </ac:cxnSpMkLst>
        </pc:cxnChg>
      </pc:sldChg>
      <pc:sldChg chg="addSp delSp modSp new mod modAnim">
        <pc:chgData name="Jair Andrade" userId="ac9439da21bf4221" providerId="LiveId" clId="{9E432B40-2719-D54A-B828-2E7D5E6093F4}" dt="2026-07-08T16:26:11.536" v="1562"/>
        <pc:sldMkLst>
          <pc:docMk/>
          <pc:sldMk cId="399678806" sldId="297"/>
        </pc:sldMkLst>
        <pc:spChg chg="mod">
          <ac:chgData name="Jair Andrade" userId="ac9439da21bf4221" providerId="LiveId" clId="{9E432B40-2719-D54A-B828-2E7D5E6093F4}" dt="2026-07-08T15:53:13.347" v="1172" actId="20577"/>
          <ac:spMkLst>
            <pc:docMk/>
            <pc:sldMk cId="399678806" sldId="297"/>
            <ac:spMk id="2" creationId="{42DD300B-A781-874A-8A80-9B43C0FC1D59}"/>
          </ac:spMkLst>
        </pc:spChg>
        <pc:spChg chg="del">
          <ac:chgData name="Jair Andrade" userId="ac9439da21bf4221" providerId="LiveId" clId="{9E432B40-2719-D54A-B828-2E7D5E6093F4}" dt="2026-07-08T15:53:15.171" v="1173" actId="478"/>
          <ac:spMkLst>
            <pc:docMk/>
            <pc:sldMk cId="399678806" sldId="297"/>
            <ac:spMk id="3" creationId="{565CF342-8771-214C-BF0C-EA6E4459D295}"/>
          </ac:spMkLst>
        </pc:spChg>
        <pc:spChg chg="add mod">
          <ac:chgData name="Jair Andrade" userId="ac9439da21bf4221" providerId="LiveId" clId="{9E432B40-2719-D54A-B828-2E7D5E6093F4}" dt="2026-07-08T16:12:28.894" v="1420" actId="1076"/>
          <ac:spMkLst>
            <pc:docMk/>
            <pc:sldMk cId="399678806" sldId="297"/>
            <ac:spMk id="6" creationId="{E683EE3D-183A-D049-93CE-8E9F6EE89B29}"/>
          </ac:spMkLst>
        </pc:spChg>
        <pc:spChg chg="add mod">
          <ac:chgData name="Jair Andrade" userId="ac9439da21bf4221" providerId="LiveId" clId="{9E432B40-2719-D54A-B828-2E7D5E6093F4}" dt="2026-07-08T16:12:49.626" v="1428" actId="1076"/>
          <ac:spMkLst>
            <pc:docMk/>
            <pc:sldMk cId="399678806" sldId="297"/>
            <ac:spMk id="7" creationId="{AE8AC593-7BD3-B14F-AB53-6654138F47CB}"/>
          </ac:spMkLst>
        </pc:spChg>
        <pc:spChg chg="add mod">
          <ac:chgData name="Jair Andrade" userId="ac9439da21bf4221" providerId="LiveId" clId="{9E432B40-2719-D54A-B828-2E7D5E6093F4}" dt="2026-07-08T16:12:46.009" v="1427" actId="1076"/>
          <ac:spMkLst>
            <pc:docMk/>
            <pc:sldMk cId="399678806" sldId="297"/>
            <ac:spMk id="8" creationId="{BA77237A-AEE2-A94A-A858-3BD670504B3A}"/>
          </ac:spMkLst>
        </pc:spChg>
        <pc:spChg chg="add mod">
          <ac:chgData name="Jair Andrade" userId="ac9439da21bf4221" providerId="LiveId" clId="{9E432B40-2719-D54A-B828-2E7D5E6093F4}" dt="2026-07-08T16:12:23.952" v="1419" actId="1076"/>
          <ac:spMkLst>
            <pc:docMk/>
            <pc:sldMk cId="399678806" sldId="297"/>
            <ac:spMk id="9" creationId="{3FD5265A-7115-7644-BACC-17671137D79D}"/>
          </ac:spMkLst>
        </pc:spChg>
        <pc:spChg chg="add mod">
          <ac:chgData name="Jair Andrade" userId="ac9439da21bf4221" providerId="LiveId" clId="{9E432B40-2719-D54A-B828-2E7D5E6093F4}" dt="2026-07-08T16:16:28.949" v="1514" actId="1076"/>
          <ac:spMkLst>
            <pc:docMk/>
            <pc:sldMk cId="399678806" sldId="297"/>
            <ac:spMk id="10" creationId="{207ABA6F-AF61-BE4F-9D39-4C074F6022AE}"/>
          </ac:spMkLst>
        </pc:spChg>
        <pc:spChg chg="add mod">
          <ac:chgData name="Jair Andrade" userId="ac9439da21bf4221" providerId="LiveId" clId="{9E432B40-2719-D54A-B828-2E7D5E6093F4}" dt="2026-07-08T16:12:15.981" v="1417" actId="1076"/>
          <ac:spMkLst>
            <pc:docMk/>
            <pc:sldMk cId="399678806" sldId="297"/>
            <ac:spMk id="12" creationId="{55348BF4-6969-8A4B-8903-38552B3F53A0}"/>
          </ac:spMkLst>
        </pc:spChg>
        <pc:spChg chg="add del mod">
          <ac:chgData name="Jair Andrade" userId="ac9439da21bf4221" providerId="LiveId" clId="{9E432B40-2719-D54A-B828-2E7D5E6093F4}" dt="2026-07-08T16:14:14.629" v="1437" actId="478"/>
          <ac:spMkLst>
            <pc:docMk/>
            <pc:sldMk cId="399678806" sldId="297"/>
            <ac:spMk id="13" creationId="{EE743AED-549C-BD44-8336-DC87F52E8EC7}"/>
          </ac:spMkLst>
        </pc:spChg>
        <pc:spChg chg="add mod">
          <ac:chgData name="Jair Andrade" userId="ac9439da21bf4221" providerId="LiveId" clId="{9E432B40-2719-D54A-B828-2E7D5E6093F4}" dt="2026-07-08T16:16:52.294" v="1517" actId="207"/>
          <ac:spMkLst>
            <pc:docMk/>
            <pc:sldMk cId="399678806" sldId="297"/>
            <ac:spMk id="14" creationId="{633FAC1F-55DD-6B43-85F9-B7DD4CDAA87D}"/>
          </ac:spMkLst>
        </pc:spChg>
        <pc:spChg chg="add mod">
          <ac:chgData name="Jair Andrade" userId="ac9439da21bf4221" providerId="LiveId" clId="{9E432B40-2719-D54A-B828-2E7D5E6093F4}" dt="2026-07-08T16:16:52.294" v="1517" actId="207"/>
          <ac:spMkLst>
            <pc:docMk/>
            <pc:sldMk cId="399678806" sldId="297"/>
            <ac:spMk id="15" creationId="{18FFC5E9-8032-8149-9C0B-D2B076134EA9}"/>
          </ac:spMkLst>
        </pc:spChg>
        <pc:spChg chg="add mod">
          <ac:chgData name="Jair Andrade" userId="ac9439da21bf4221" providerId="LiveId" clId="{9E432B40-2719-D54A-B828-2E7D5E6093F4}" dt="2026-07-08T16:16:52.294" v="1517" actId="207"/>
          <ac:spMkLst>
            <pc:docMk/>
            <pc:sldMk cId="399678806" sldId="297"/>
            <ac:spMk id="16" creationId="{F66A6FF4-FCC2-DB4F-9850-2AB0979B4B63}"/>
          </ac:spMkLst>
        </pc:spChg>
        <pc:spChg chg="add mod">
          <ac:chgData name="Jair Andrade" userId="ac9439da21bf4221" providerId="LiveId" clId="{9E432B40-2719-D54A-B828-2E7D5E6093F4}" dt="2026-07-08T16:17:55.427" v="1527" actId="1036"/>
          <ac:spMkLst>
            <pc:docMk/>
            <pc:sldMk cId="399678806" sldId="297"/>
            <ac:spMk id="17" creationId="{EAA46182-888C-2F4B-BD05-C12EF8BCDA26}"/>
          </ac:spMkLst>
        </pc:spChg>
        <pc:spChg chg="add mod">
          <ac:chgData name="Jair Andrade" userId="ac9439da21bf4221" providerId="LiveId" clId="{9E432B40-2719-D54A-B828-2E7D5E6093F4}" dt="2026-07-08T16:23:07.719" v="1540" actId="1036"/>
          <ac:spMkLst>
            <pc:docMk/>
            <pc:sldMk cId="399678806" sldId="297"/>
            <ac:spMk id="18" creationId="{9C591F93-45B9-A648-B551-910475BAF1AB}"/>
          </ac:spMkLst>
        </pc:spChg>
        <pc:spChg chg="add mod">
          <ac:chgData name="Jair Andrade" userId="ac9439da21bf4221" providerId="LiveId" clId="{9E432B40-2719-D54A-B828-2E7D5E6093F4}" dt="2026-07-08T16:23:54.851" v="1545" actId="14100"/>
          <ac:spMkLst>
            <pc:docMk/>
            <pc:sldMk cId="399678806" sldId="297"/>
            <ac:spMk id="19" creationId="{908A1766-F45B-5D49-8E9F-2757512BDA03}"/>
          </ac:spMkLst>
        </pc:spChg>
        <pc:spChg chg="add mod">
          <ac:chgData name="Jair Andrade" userId="ac9439da21bf4221" providerId="LiveId" clId="{9E432B40-2719-D54A-B828-2E7D5E6093F4}" dt="2026-07-08T16:24:04.321" v="1547" actId="1076"/>
          <ac:spMkLst>
            <pc:docMk/>
            <pc:sldMk cId="399678806" sldId="297"/>
            <ac:spMk id="20" creationId="{A8BD35E1-98E4-DA42-9769-4D93EDB221EB}"/>
          </ac:spMkLst>
        </pc:spChg>
        <pc:picChg chg="add mod">
          <ac:chgData name="Jair Andrade" userId="ac9439da21bf4221" providerId="LiveId" clId="{9E432B40-2719-D54A-B828-2E7D5E6093F4}" dt="2026-07-08T16:12:20.343" v="1418" actId="1076"/>
          <ac:picMkLst>
            <pc:docMk/>
            <pc:sldMk cId="399678806" sldId="297"/>
            <ac:picMk id="5" creationId="{785F1A33-8351-2B48-B9CE-7DD499AADC04}"/>
          </ac:picMkLst>
        </pc:picChg>
      </pc:sldChg>
      <pc:sldChg chg="addSp delSp modSp new mod modAnim">
        <pc:chgData name="Jair Andrade" userId="ac9439da21bf4221" providerId="LiveId" clId="{9E432B40-2719-D54A-B828-2E7D5E6093F4}" dt="2026-07-08T18:05:16.339" v="2955" actId="20577"/>
        <pc:sldMkLst>
          <pc:docMk/>
          <pc:sldMk cId="2346003229" sldId="298"/>
        </pc:sldMkLst>
        <pc:spChg chg="mod">
          <ac:chgData name="Jair Andrade" userId="ac9439da21bf4221" providerId="LiveId" clId="{9E432B40-2719-D54A-B828-2E7D5E6093F4}" dt="2026-07-08T16:47:44.925" v="1893" actId="20577"/>
          <ac:spMkLst>
            <pc:docMk/>
            <pc:sldMk cId="2346003229" sldId="298"/>
            <ac:spMk id="2" creationId="{C736682E-9CB1-F54F-8857-06C5FE3275A4}"/>
          </ac:spMkLst>
        </pc:spChg>
        <pc:spChg chg="del">
          <ac:chgData name="Jair Andrade" userId="ac9439da21bf4221" providerId="LiveId" clId="{9E432B40-2719-D54A-B828-2E7D5E6093F4}" dt="2026-07-08T16:35:21.801" v="1577" actId="478"/>
          <ac:spMkLst>
            <pc:docMk/>
            <pc:sldMk cId="2346003229" sldId="298"/>
            <ac:spMk id="3" creationId="{A7C76544-452B-D546-A9A7-C04E8CCC33A9}"/>
          </ac:spMkLst>
        </pc:spChg>
        <pc:spChg chg="add mod">
          <ac:chgData name="Jair Andrade" userId="ac9439da21bf4221" providerId="LiveId" clId="{9E432B40-2719-D54A-B828-2E7D5E6093F4}" dt="2026-07-08T18:05:16.339" v="2955" actId="20577"/>
          <ac:spMkLst>
            <pc:docMk/>
            <pc:sldMk cId="2346003229" sldId="298"/>
            <ac:spMk id="5" creationId="{6807702F-EE18-4B44-B06D-96D33389F714}"/>
          </ac:spMkLst>
        </pc:spChg>
        <pc:spChg chg="add del mod">
          <ac:chgData name="Jair Andrade" userId="ac9439da21bf4221" providerId="LiveId" clId="{9E432B40-2719-D54A-B828-2E7D5E6093F4}" dt="2026-07-08T16:42:02.924" v="1713" actId="478"/>
          <ac:spMkLst>
            <pc:docMk/>
            <pc:sldMk cId="2346003229" sldId="298"/>
            <ac:spMk id="6" creationId="{1A13208D-1599-A14A-9297-C7ACE0C2EF91}"/>
          </ac:spMkLst>
        </pc:spChg>
        <pc:spChg chg="add del">
          <ac:chgData name="Jair Andrade" userId="ac9439da21bf4221" providerId="LiveId" clId="{9E432B40-2719-D54A-B828-2E7D5E6093F4}" dt="2026-07-08T16:37:40.445" v="1583" actId="478"/>
          <ac:spMkLst>
            <pc:docMk/>
            <pc:sldMk cId="2346003229" sldId="298"/>
            <ac:spMk id="8" creationId="{736E4692-0831-804A-BD0E-2DEA67A8C58A}"/>
          </ac:spMkLst>
        </pc:spChg>
        <pc:spChg chg="add mod">
          <ac:chgData name="Jair Andrade" userId="ac9439da21bf4221" providerId="LiveId" clId="{9E432B40-2719-D54A-B828-2E7D5E6093F4}" dt="2026-07-08T16:44:59.461" v="1780" actId="2085"/>
          <ac:spMkLst>
            <pc:docMk/>
            <pc:sldMk cId="2346003229" sldId="298"/>
            <ac:spMk id="15" creationId="{90985A46-F8B1-2E4C-AFC6-8AC03D72C20F}"/>
          </ac:spMkLst>
        </pc:spChg>
        <pc:spChg chg="add mod">
          <ac:chgData name="Jair Andrade" userId="ac9439da21bf4221" providerId="LiveId" clId="{9E432B40-2719-D54A-B828-2E7D5E6093F4}" dt="2026-07-08T16:45:32.353" v="1795" actId="1035"/>
          <ac:spMkLst>
            <pc:docMk/>
            <pc:sldMk cId="2346003229" sldId="298"/>
            <ac:spMk id="16" creationId="{F7211CE4-B9C1-034A-A888-328619FF518C}"/>
          </ac:spMkLst>
        </pc:spChg>
        <pc:spChg chg="add mod">
          <ac:chgData name="Jair Andrade" userId="ac9439da21bf4221" providerId="LiveId" clId="{9E432B40-2719-D54A-B828-2E7D5E6093F4}" dt="2026-07-08T16:45:08.302" v="1783" actId="2085"/>
          <ac:spMkLst>
            <pc:docMk/>
            <pc:sldMk cId="2346003229" sldId="298"/>
            <ac:spMk id="17" creationId="{B1FDF6BE-99A2-454C-8D5A-636AA7FEF093}"/>
          </ac:spMkLst>
        </pc:spChg>
        <pc:spChg chg="add mod">
          <ac:chgData name="Jair Andrade" userId="ac9439da21bf4221" providerId="LiveId" clId="{9E432B40-2719-D54A-B828-2E7D5E6093F4}" dt="2026-07-08T16:45:05.261" v="1782" actId="2085"/>
          <ac:spMkLst>
            <pc:docMk/>
            <pc:sldMk cId="2346003229" sldId="298"/>
            <ac:spMk id="18" creationId="{A62F0740-DC77-6047-8007-FF7A6E33E360}"/>
          </ac:spMkLst>
        </pc:spChg>
        <pc:spChg chg="add mod">
          <ac:chgData name="Jair Andrade" userId="ac9439da21bf4221" providerId="LiveId" clId="{9E432B40-2719-D54A-B828-2E7D5E6093F4}" dt="2026-07-08T16:45:32.353" v="1795" actId="1035"/>
          <ac:spMkLst>
            <pc:docMk/>
            <pc:sldMk cId="2346003229" sldId="298"/>
            <ac:spMk id="19" creationId="{E162EAAB-E48F-344F-9091-4000E6245167}"/>
          </ac:spMkLst>
        </pc:spChg>
        <pc:spChg chg="add mod">
          <ac:chgData name="Jair Andrade" userId="ac9439da21bf4221" providerId="LiveId" clId="{9E432B40-2719-D54A-B828-2E7D5E6093F4}" dt="2026-07-08T16:45:51.277" v="1828" actId="1076"/>
          <ac:spMkLst>
            <pc:docMk/>
            <pc:sldMk cId="2346003229" sldId="298"/>
            <ac:spMk id="22" creationId="{26A5738C-2854-1247-B8E1-9F239528919B}"/>
          </ac:spMkLst>
        </pc:spChg>
        <pc:picChg chg="add del mod">
          <ac:chgData name="Jair Andrade" userId="ac9439da21bf4221" providerId="LiveId" clId="{9E432B40-2719-D54A-B828-2E7D5E6093F4}" dt="2026-07-08T16:38:02.829" v="1587" actId="478"/>
          <ac:picMkLst>
            <pc:docMk/>
            <pc:sldMk cId="2346003229" sldId="298"/>
            <ac:picMk id="10" creationId="{32F0216C-0E38-5840-B11A-9BCBA782CA44}"/>
          </ac:picMkLst>
        </pc:picChg>
        <pc:picChg chg="add mod">
          <ac:chgData name="Jair Andrade" userId="ac9439da21bf4221" providerId="LiveId" clId="{9E432B40-2719-D54A-B828-2E7D5E6093F4}" dt="2026-07-08T16:45:32.353" v="1795" actId="1035"/>
          <ac:picMkLst>
            <pc:docMk/>
            <pc:sldMk cId="2346003229" sldId="298"/>
            <ac:picMk id="12" creationId="{FCDDE8DD-DCD4-614B-ACB1-4A54301F823C}"/>
          </ac:picMkLst>
        </pc:picChg>
        <pc:picChg chg="add mod">
          <ac:chgData name="Jair Andrade" userId="ac9439da21bf4221" providerId="LiveId" clId="{9E432B40-2719-D54A-B828-2E7D5E6093F4}" dt="2026-07-08T16:42:31.038" v="1721" actId="1076"/>
          <ac:picMkLst>
            <pc:docMk/>
            <pc:sldMk cId="2346003229" sldId="298"/>
            <ac:picMk id="14" creationId="{050530B6-EB7C-8B42-BB46-25A99324EB38}"/>
          </ac:picMkLst>
        </pc:picChg>
        <pc:picChg chg="add mod">
          <ac:chgData name="Jair Andrade" userId="ac9439da21bf4221" providerId="LiveId" clId="{9E432B40-2719-D54A-B828-2E7D5E6093F4}" dt="2026-07-08T16:44:24.258" v="1776" actId="1076"/>
          <ac:picMkLst>
            <pc:docMk/>
            <pc:sldMk cId="2346003229" sldId="298"/>
            <ac:picMk id="21" creationId="{BB4153FF-778B-A640-9BE8-505820E062A0}"/>
          </ac:picMkLst>
        </pc:picChg>
      </pc:sldChg>
      <pc:sldChg chg="addSp delSp modSp new mod modAnim">
        <pc:chgData name="Jair Andrade" userId="ac9439da21bf4221" providerId="LiveId" clId="{9E432B40-2719-D54A-B828-2E7D5E6093F4}" dt="2026-07-08T17:03:30.107" v="2344" actId="20577"/>
        <pc:sldMkLst>
          <pc:docMk/>
          <pc:sldMk cId="2882844728" sldId="299"/>
        </pc:sldMkLst>
        <pc:spChg chg="mod">
          <ac:chgData name="Jair Andrade" userId="ac9439da21bf4221" providerId="LiveId" clId="{9E432B40-2719-D54A-B828-2E7D5E6093F4}" dt="2026-07-08T16:52:18.169" v="1963" actId="20577"/>
          <ac:spMkLst>
            <pc:docMk/>
            <pc:sldMk cId="2882844728" sldId="299"/>
            <ac:spMk id="2" creationId="{7935BC48-420B-D34F-B49B-2605CB85CF80}"/>
          </ac:spMkLst>
        </pc:spChg>
        <pc:spChg chg="del">
          <ac:chgData name="Jair Andrade" userId="ac9439da21bf4221" providerId="LiveId" clId="{9E432B40-2719-D54A-B828-2E7D5E6093F4}" dt="2026-07-08T16:48:18.881" v="1895" actId="478"/>
          <ac:spMkLst>
            <pc:docMk/>
            <pc:sldMk cId="2882844728" sldId="299"/>
            <ac:spMk id="3" creationId="{658A581B-7A59-6046-9B5C-6CAA9C41F318}"/>
          </ac:spMkLst>
        </pc:spChg>
        <pc:spChg chg="add mod">
          <ac:chgData name="Jair Andrade" userId="ac9439da21bf4221" providerId="LiveId" clId="{9E432B40-2719-D54A-B828-2E7D5E6093F4}" dt="2026-07-08T17:03:30.107" v="2344" actId="20577"/>
          <ac:spMkLst>
            <pc:docMk/>
            <pc:sldMk cId="2882844728" sldId="299"/>
            <ac:spMk id="5" creationId="{B9ECEC47-0C85-4845-BE15-9040D179986C}"/>
          </ac:spMkLst>
        </pc:spChg>
        <pc:spChg chg="add mod">
          <ac:chgData name="Jair Andrade" userId="ac9439da21bf4221" providerId="LiveId" clId="{9E432B40-2719-D54A-B828-2E7D5E6093F4}" dt="2026-07-08T16:52:32.361" v="1966" actId="1076"/>
          <ac:spMkLst>
            <pc:docMk/>
            <pc:sldMk cId="2882844728" sldId="299"/>
            <ac:spMk id="6" creationId="{AD0509E0-829E-7841-AE10-B1C96D74DFBF}"/>
          </ac:spMkLst>
        </pc:spChg>
        <pc:spChg chg="add del mod">
          <ac:chgData name="Jair Andrade" userId="ac9439da21bf4221" providerId="LiveId" clId="{9E432B40-2719-D54A-B828-2E7D5E6093F4}" dt="2026-07-08T16:56:24.091" v="2173" actId="1076"/>
          <ac:spMkLst>
            <pc:docMk/>
            <pc:sldMk cId="2882844728" sldId="299"/>
            <ac:spMk id="10" creationId="{6BD82BD9-41F0-6E4D-9D96-7E80B82F6DAF}"/>
          </ac:spMkLst>
        </pc:spChg>
        <pc:spChg chg="add mod">
          <ac:chgData name="Jair Andrade" userId="ac9439da21bf4221" providerId="LiveId" clId="{9E432B40-2719-D54A-B828-2E7D5E6093F4}" dt="2026-07-08T16:56:33.932" v="2178" actId="1076"/>
          <ac:spMkLst>
            <pc:docMk/>
            <pc:sldMk cId="2882844728" sldId="299"/>
            <ac:spMk id="12" creationId="{CFE14BC8-90AC-284E-9EB7-C3DA7E0985D6}"/>
          </ac:spMkLst>
        </pc:spChg>
        <pc:spChg chg="add mod">
          <ac:chgData name="Jair Andrade" userId="ac9439da21bf4221" providerId="LiveId" clId="{9E432B40-2719-D54A-B828-2E7D5E6093F4}" dt="2026-07-08T16:59:20.741" v="2220" actId="404"/>
          <ac:spMkLst>
            <pc:docMk/>
            <pc:sldMk cId="2882844728" sldId="299"/>
            <ac:spMk id="14" creationId="{7B8247B0-4062-6846-8D40-6D01B5027407}"/>
          </ac:spMkLst>
        </pc:spChg>
        <pc:spChg chg="add del mod">
          <ac:chgData name="Jair Andrade" userId="ac9439da21bf4221" providerId="LiveId" clId="{9E432B40-2719-D54A-B828-2E7D5E6093F4}" dt="2026-07-08T17:00:02.052" v="2222"/>
          <ac:spMkLst>
            <pc:docMk/>
            <pc:sldMk cId="2882844728" sldId="299"/>
            <ac:spMk id="15" creationId="{8D2841C7-C448-5B48-A792-E2866D1AC403}"/>
          </ac:spMkLst>
        </pc:spChg>
        <pc:spChg chg="add mod">
          <ac:chgData name="Jair Andrade" userId="ac9439da21bf4221" providerId="LiveId" clId="{9E432B40-2719-D54A-B828-2E7D5E6093F4}" dt="2026-07-08T17:00:19.826" v="2249" actId="1035"/>
          <ac:spMkLst>
            <pc:docMk/>
            <pc:sldMk cId="2882844728" sldId="299"/>
            <ac:spMk id="16" creationId="{519D263F-0C40-C14F-BD8F-273C83B7F33D}"/>
          </ac:spMkLst>
        </pc:spChg>
        <pc:spChg chg="add mod">
          <ac:chgData name="Jair Andrade" userId="ac9439da21bf4221" providerId="LiveId" clId="{9E432B40-2719-D54A-B828-2E7D5E6093F4}" dt="2026-07-08T17:02:10.078" v="2330" actId="1038"/>
          <ac:spMkLst>
            <pc:docMk/>
            <pc:sldMk cId="2882844728" sldId="299"/>
            <ac:spMk id="19" creationId="{C6B4BEB8-6D16-E345-871E-96A7C093CA62}"/>
          </ac:spMkLst>
        </pc:spChg>
        <pc:picChg chg="add del mod">
          <ac:chgData name="Jair Andrade" userId="ac9439da21bf4221" providerId="LiveId" clId="{9E432B40-2719-D54A-B828-2E7D5E6093F4}" dt="2026-07-08T16:55:38.062" v="2169" actId="478"/>
          <ac:picMkLst>
            <pc:docMk/>
            <pc:sldMk cId="2882844728" sldId="299"/>
            <ac:picMk id="8" creationId="{9E90005F-CDAE-8641-9376-014A7F1CD9EE}"/>
          </ac:picMkLst>
        </pc:picChg>
        <pc:picChg chg="add del mod">
          <ac:chgData name="Jair Andrade" userId="ac9439da21bf4221" providerId="LiveId" clId="{9E432B40-2719-D54A-B828-2E7D5E6093F4}" dt="2026-07-08T17:02:29.722" v="2331" actId="478"/>
          <ac:picMkLst>
            <pc:docMk/>
            <pc:sldMk cId="2882844728" sldId="299"/>
            <ac:picMk id="18" creationId="{CD859E7A-8DFF-5D4D-B44C-488701B22520}"/>
          </ac:picMkLst>
        </pc:picChg>
        <pc:picChg chg="add mod">
          <ac:chgData name="Jair Andrade" userId="ac9439da21bf4221" providerId="LiveId" clId="{9E432B40-2719-D54A-B828-2E7D5E6093F4}" dt="2026-07-08T17:02:52.328" v="2335" actId="1076"/>
          <ac:picMkLst>
            <pc:docMk/>
            <pc:sldMk cId="2882844728" sldId="299"/>
            <ac:picMk id="21" creationId="{F1C53342-3E27-AD4D-8717-8CA0FE245115}"/>
          </ac:picMkLst>
        </pc:picChg>
      </pc:sldChg>
      <pc:sldChg chg="new del">
        <pc:chgData name="Jair Andrade" userId="ac9439da21bf4221" providerId="LiveId" clId="{9E432B40-2719-D54A-B828-2E7D5E6093F4}" dt="2026-07-08T17:41:35.872" v="2688" actId="2696"/>
        <pc:sldMkLst>
          <pc:docMk/>
          <pc:sldMk cId="3538683376" sldId="300"/>
        </pc:sldMkLst>
      </pc:sldChg>
      <pc:sldChg chg="addSp delSp modSp add mod modAnim">
        <pc:chgData name="Jair Andrade" userId="ac9439da21bf4221" providerId="LiveId" clId="{9E432B40-2719-D54A-B828-2E7D5E6093F4}" dt="2026-07-08T18:18:13.402" v="2982" actId="20577"/>
        <pc:sldMkLst>
          <pc:docMk/>
          <pc:sldMk cId="0" sldId="301"/>
        </pc:sldMkLst>
        <pc:spChg chg="add mod">
          <ac:chgData name="Jair Andrade" userId="ac9439da21bf4221" providerId="LiveId" clId="{9E432B40-2719-D54A-B828-2E7D5E6093F4}" dt="2026-07-08T17:55:49.063" v="2818" actId="164"/>
          <ac:spMkLst>
            <pc:docMk/>
            <pc:sldMk cId="0" sldId="301"/>
            <ac:spMk id="3" creationId="{8858326B-C3B3-604B-A529-9FCD521C7915}"/>
          </ac:spMkLst>
        </pc:spChg>
        <pc:spChg chg="add mod">
          <ac:chgData name="Jair Andrade" userId="ac9439da21bf4221" providerId="LiveId" clId="{9E432B40-2719-D54A-B828-2E7D5E6093F4}" dt="2026-07-08T17:58:23.249" v="2874" actId="1076"/>
          <ac:spMkLst>
            <pc:docMk/>
            <pc:sldMk cId="0" sldId="301"/>
            <ac:spMk id="7" creationId="{8FF47049-3655-2E49-9F34-6BD6C239C0B7}"/>
          </ac:spMkLst>
        </pc:spChg>
        <pc:spChg chg="add mod">
          <ac:chgData name="Jair Andrade" userId="ac9439da21bf4221" providerId="LiveId" clId="{9E432B40-2719-D54A-B828-2E7D5E6093F4}" dt="2026-07-08T17:55:49.063" v="2818" actId="164"/>
          <ac:spMkLst>
            <pc:docMk/>
            <pc:sldMk cId="0" sldId="301"/>
            <ac:spMk id="9" creationId="{2998F7EB-03E9-B24C-B199-9A5651B67ABC}"/>
          </ac:spMkLst>
        </pc:spChg>
        <pc:spChg chg="add mod">
          <ac:chgData name="Jair Andrade" userId="ac9439da21bf4221" providerId="LiveId" clId="{9E432B40-2719-D54A-B828-2E7D5E6093F4}" dt="2026-07-08T17:55:49.063" v="2818" actId="164"/>
          <ac:spMkLst>
            <pc:docMk/>
            <pc:sldMk cId="0" sldId="301"/>
            <ac:spMk id="10" creationId="{E9374F56-A663-154A-BCA6-BAD9F4E6C3ED}"/>
          </ac:spMkLst>
        </pc:spChg>
        <pc:spChg chg="add del mod">
          <ac:chgData name="Jair Andrade" userId="ac9439da21bf4221" providerId="LiveId" clId="{9E432B40-2719-D54A-B828-2E7D5E6093F4}" dt="2026-07-08T17:44:43.354" v="2752"/>
          <ac:spMkLst>
            <pc:docMk/>
            <pc:sldMk cId="0" sldId="301"/>
            <ac:spMk id="11" creationId="{B788998E-C91D-5D45-A760-EED62985F586}"/>
          </ac:spMkLst>
        </pc:spChg>
        <pc:spChg chg="add mod">
          <ac:chgData name="Jair Andrade" userId="ac9439da21bf4221" providerId="LiveId" clId="{9E432B40-2719-D54A-B828-2E7D5E6093F4}" dt="2026-07-08T18:04:28.117" v="2949" actId="1035"/>
          <ac:spMkLst>
            <pc:docMk/>
            <pc:sldMk cId="0" sldId="301"/>
            <ac:spMk id="14" creationId="{1F82FF2D-F583-7E41-95E3-BFD943EDAAE0}"/>
          </ac:spMkLst>
        </pc:spChg>
        <pc:spChg chg="add del mod">
          <ac:chgData name="Jair Andrade" userId="ac9439da21bf4221" providerId="LiveId" clId="{9E432B40-2719-D54A-B828-2E7D5E6093F4}" dt="2026-07-08T18:00:14.924" v="2896" actId="478"/>
          <ac:spMkLst>
            <pc:docMk/>
            <pc:sldMk cId="0" sldId="301"/>
            <ac:spMk id="15" creationId="{9F33C55F-BE86-1748-BD1B-B422D84D9406}"/>
          </ac:spMkLst>
        </pc:spChg>
        <pc:spChg chg="add mod">
          <ac:chgData name="Jair Andrade" userId="ac9439da21bf4221" providerId="LiveId" clId="{9E432B40-2719-D54A-B828-2E7D5E6093F4}" dt="2026-07-08T17:58:33.158" v="2877" actId="207"/>
          <ac:spMkLst>
            <pc:docMk/>
            <pc:sldMk cId="0" sldId="301"/>
            <ac:spMk id="16" creationId="{AA5B565A-2D4D-144E-A6F2-E46787924D39}"/>
          </ac:spMkLst>
        </pc:spChg>
        <pc:spChg chg="add mod">
          <ac:chgData name="Jair Andrade" userId="ac9439da21bf4221" providerId="LiveId" clId="{9E432B40-2719-D54A-B828-2E7D5E6093F4}" dt="2026-07-08T18:04:28.117" v="2949" actId="1035"/>
          <ac:spMkLst>
            <pc:docMk/>
            <pc:sldMk cId="0" sldId="301"/>
            <ac:spMk id="17" creationId="{340E9777-C3A2-C249-88E1-D2956ABEEAB9}"/>
          </ac:spMkLst>
        </pc:spChg>
        <pc:spChg chg="add mod">
          <ac:chgData name="Jair Andrade" userId="ac9439da21bf4221" providerId="LiveId" clId="{9E432B40-2719-D54A-B828-2E7D5E6093F4}" dt="2026-07-08T17:58:45.007" v="2879" actId="1076"/>
          <ac:spMkLst>
            <pc:docMk/>
            <pc:sldMk cId="0" sldId="301"/>
            <ac:spMk id="18" creationId="{1E90B68E-2DE8-524C-8870-2DCE54770D02}"/>
          </ac:spMkLst>
        </pc:spChg>
        <pc:spChg chg="add mod">
          <ac:chgData name="Jair Andrade" userId="ac9439da21bf4221" providerId="LiveId" clId="{9E432B40-2719-D54A-B828-2E7D5E6093F4}" dt="2026-07-08T17:46:41.471" v="2771" actId="1076"/>
          <ac:spMkLst>
            <pc:docMk/>
            <pc:sldMk cId="0" sldId="301"/>
            <ac:spMk id="19" creationId="{21A549DE-53CC-E647-822C-8254AE5D52C6}"/>
          </ac:spMkLst>
        </pc:spChg>
        <pc:spChg chg="add mod">
          <ac:chgData name="Jair Andrade" userId="ac9439da21bf4221" providerId="LiveId" clId="{9E432B40-2719-D54A-B828-2E7D5E6093F4}" dt="2026-07-08T17:46:52.346" v="2774" actId="1076"/>
          <ac:spMkLst>
            <pc:docMk/>
            <pc:sldMk cId="0" sldId="301"/>
            <ac:spMk id="20" creationId="{BAEC54A2-34E0-F04A-9A57-C33E2C2DC2F2}"/>
          </ac:spMkLst>
        </pc:spChg>
        <pc:spChg chg="add mod">
          <ac:chgData name="Jair Andrade" userId="ac9439da21bf4221" providerId="LiveId" clId="{9E432B40-2719-D54A-B828-2E7D5E6093F4}" dt="2026-07-08T18:00:33.268" v="2927" actId="1076"/>
          <ac:spMkLst>
            <pc:docMk/>
            <pc:sldMk cId="0" sldId="301"/>
            <ac:spMk id="23" creationId="{AF0D5B68-14D9-3840-BEF8-5A0DC9FE257E}"/>
          </ac:spMkLst>
        </pc:spChg>
        <pc:spChg chg="mod">
          <ac:chgData name="Jair Andrade" userId="ac9439da21bf4221" providerId="LiveId" clId="{9E432B40-2719-D54A-B828-2E7D5E6093F4}" dt="2026-07-08T18:18:13.402" v="2982" actId="20577"/>
          <ac:spMkLst>
            <pc:docMk/>
            <pc:sldMk cId="0" sldId="301"/>
            <ac:spMk id="496" creationId="{00000000-0000-0000-0000-000000000000}"/>
          </ac:spMkLst>
        </pc:spChg>
        <pc:spChg chg="add del mod">
          <ac:chgData name="Jair Andrade" userId="ac9439da21bf4221" providerId="LiveId" clId="{9E432B40-2719-D54A-B828-2E7D5E6093F4}" dt="2026-07-08T18:00:03.649" v="2891" actId="478"/>
          <ac:spMkLst>
            <pc:docMk/>
            <pc:sldMk cId="0" sldId="301"/>
            <ac:spMk id="497" creationId="{00000000-0000-0000-0000-000000000000}"/>
          </ac:spMkLst>
        </pc:spChg>
        <pc:spChg chg="mod">
          <ac:chgData name="Jair Andrade" userId="ac9439da21bf4221" providerId="LiveId" clId="{9E432B40-2719-D54A-B828-2E7D5E6093F4}" dt="2026-07-08T17:58:20.640" v="2873" actId="1076"/>
          <ac:spMkLst>
            <pc:docMk/>
            <pc:sldMk cId="0" sldId="301"/>
            <ac:spMk id="498" creationId="{00000000-0000-0000-0000-000000000000}"/>
          </ac:spMkLst>
        </pc:spChg>
        <pc:grpChg chg="add mod">
          <ac:chgData name="Jair Andrade" userId="ac9439da21bf4221" providerId="LiveId" clId="{9E432B40-2719-D54A-B828-2E7D5E6093F4}" dt="2026-07-08T17:55:51.736" v="2819" actId="1076"/>
          <ac:grpSpMkLst>
            <pc:docMk/>
            <pc:sldMk cId="0" sldId="301"/>
            <ac:grpSpMk id="4" creationId="{F2491025-73B3-8343-96D7-D2CDBE60CAB4}"/>
          </ac:grpSpMkLst>
        </pc:grpChg>
        <pc:picChg chg="add mod">
          <ac:chgData name="Jair Andrade" userId="ac9439da21bf4221" providerId="LiveId" clId="{9E432B40-2719-D54A-B828-2E7D5E6093F4}" dt="2026-07-08T17:55:16.850" v="2814" actId="1076"/>
          <ac:picMkLst>
            <pc:docMk/>
            <pc:sldMk cId="0" sldId="301"/>
            <ac:picMk id="12" creationId="{B8F98163-6F13-2C41-A032-36D32652FB6F}"/>
          </ac:picMkLst>
        </pc:picChg>
        <pc:picChg chg="add mod">
          <ac:chgData name="Jair Andrade" userId="ac9439da21bf4221" providerId="LiveId" clId="{9E432B40-2719-D54A-B828-2E7D5E6093F4}" dt="2026-07-08T17:46:03.409" v="2764" actId="1076"/>
          <ac:picMkLst>
            <pc:docMk/>
            <pc:sldMk cId="0" sldId="301"/>
            <ac:picMk id="13" creationId="{0D6AF5F9-FFAB-3444-9C91-4673D8739D66}"/>
          </ac:picMkLst>
        </pc:picChg>
        <pc:picChg chg="del mod">
          <ac:chgData name="Jair Andrade" userId="ac9439da21bf4221" providerId="LiveId" clId="{9E432B40-2719-D54A-B828-2E7D5E6093F4}" dt="2026-07-08T17:42:35.590" v="2691" actId="478"/>
          <ac:picMkLst>
            <pc:docMk/>
            <pc:sldMk cId="0" sldId="301"/>
            <ac:picMk id="499" creationId="{00000000-0000-0000-0000-000000000000}"/>
          </ac:picMkLst>
        </pc:picChg>
      </pc:sldChg>
      <pc:sldChg chg="addSp delSp modSp new mod modAnim">
        <pc:chgData name="Jair Andrade" userId="ac9439da21bf4221" providerId="LiveId" clId="{9E432B40-2719-D54A-B828-2E7D5E6093F4}" dt="2026-07-09T09:17:22.579" v="3524" actId="20577"/>
        <pc:sldMkLst>
          <pc:docMk/>
          <pc:sldMk cId="3570496146" sldId="302"/>
        </pc:sldMkLst>
        <pc:spChg chg="mod">
          <ac:chgData name="Jair Andrade" userId="ac9439da21bf4221" providerId="LiveId" clId="{9E432B40-2719-D54A-B828-2E7D5E6093F4}" dt="2026-07-08T18:28:49.167" v="3064" actId="20577"/>
          <ac:spMkLst>
            <pc:docMk/>
            <pc:sldMk cId="3570496146" sldId="302"/>
            <ac:spMk id="2" creationId="{F1EBBDF6-798E-AF4D-AECA-876010B30D76}"/>
          </ac:spMkLst>
        </pc:spChg>
        <pc:spChg chg="del">
          <ac:chgData name="Jair Andrade" userId="ac9439da21bf4221" providerId="LiveId" clId="{9E432B40-2719-D54A-B828-2E7D5E6093F4}" dt="2026-07-08T18:29:23.692" v="3065" actId="478"/>
          <ac:spMkLst>
            <pc:docMk/>
            <pc:sldMk cId="3570496146" sldId="302"/>
            <ac:spMk id="3" creationId="{153BCEEF-3E5D-5A4F-B092-ECB6F9DA1720}"/>
          </ac:spMkLst>
        </pc:spChg>
        <pc:spChg chg="add mod">
          <ac:chgData name="Jair Andrade" userId="ac9439da21bf4221" providerId="LiveId" clId="{9E432B40-2719-D54A-B828-2E7D5E6093F4}" dt="2026-07-09T09:17:10.104" v="3519" actId="20577"/>
          <ac:spMkLst>
            <pc:docMk/>
            <pc:sldMk cId="3570496146" sldId="302"/>
            <ac:spMk id="5" creationId="{E578D87C-2B8D-FC40-B919-422926FC96F9}"/>
          </ac:spMkLst>
        </pc:spChg>
        <pc:spChg chg="add mod">
          <ac:chgData name="Jair Andrade" userId="ac9439da21bf4221" providerId="LiveId" clId="{9E432B40-2719-D54A-B828-2E7D5E6093F4}" dt="2026-07-09T09:17:22.579" v="3524" actId="20577"/>
          <ac:spMkLst>
            <pc:docMk/>
            <pc:sldMk cId="3570496146" sldId="302"/>
            <ac:spMk id="6" creationId="{D0564201-9A68-024C-93CC-7E8ED30456D3}"/>
          </ac:spMkLst>
        </pc:spChg>
        <pc:spChg chg="add mod">
          <ac:chgData name="Jair Andrade" userId="ac9439da21bf4221" providerId="LiveId" clId="{9E432B40-2719-D54A-B828-2E7D5E6093F4}" dt="2026-07-08T18:45:18.252" v="3314" actId="207"/>
          <ac:spMkLst>
            <pc:docMk/>
            <pc:sldMk cId="3570496146" sldId="302"/>
            <ac:spMk id="9" creationId="{3674382B-9FD8-4540-9851-6F944B523813}"/>
          </ac:spMkLst>
        </pc:spChg>
        <pc:picChg chg="add mod">
          <ac:chgData name="Jair Andrade" userId="ac9439da21bf4221" providerId="LiveId" clId="{9E432B40-2719-D54A-B828-2E7D5E6093F4}" dt="2026-07-08T18:44:30.146" v="3276" actId="1076"/>
          <ac:picMkLst>
            <pc:docMk/>
            <pc:sldMk cId="3570496146" sldId="302"/>
            <ac:picMk id="8" creationId="{D9F692D2-E900-AA48-A404-E06BE9B9C413}"/>
          </ac:picMkLst>
        </pc:picChg>
      </pc:sldChg>
      <pc:sldChg chg="new del">
        <pc:chgData name="Jair Andrade" userId="ac9439da21bf4221" providerId="LiveId" clId="{9E432B40-2719-D54A-B828-2E7D5E6093F4}" dt="2026-07-09T09:14:35.329" v="3489" actId="680"/>
        <pc:sldMkLst>
          <pc:docMk/>
          <pc:sldMk cId="2553699689" sldId="303"/>
        </pc:sldMkLst>
      </pc:sldChg>
      <pc:sldChg chg="addSp delSp modSp new mod modAnim">
        <pc:chgData name="Jair Andrade" userId="ac9439da21bf4221" providerId="LiveId" clId="{9E432B40-2719-D54A-B828-2E7D5E6093F4}" dt="2026-07-09T09:20:41.105" v="3532" actId="732"/>
        <pc:sldMkLst>
          <pc:docMk/>
          <pc:sldMk cId="2732212366" sldId="303"/>
        </pc:sldMkLst>
        <pc:spChg chg="mod">
          <ac:chgData name="Jair Andrade" userId="ac9439da21bf4221" providerId="LiveId" clId="{9E432B40-2719-D54A-B828-2E7D5E6093F4}" dt="2026-07-09T09:15:56.941" v="3506" actId="20577"/>
          <ac:spMkLst>
            <pc:docMk/>
            <pc:sldMk cId="2732212366" sldId="303"/>
            <ac:spMk id="2" creationId="{FB63364D-CC45-2445-8F2A-695F129874EA}"/>
          </ac:spMkLst>
        </pc:spChg>
        <pc:spChg chg="del">
          <ac:chgData name="Jair Andrade" userId="ac9439da21bf4221" providerId="LiveId" clId="{9E432B40-2719-D54A-B828-2E7D5E6093F4}" dt="2026-07-09T09:14:55.838" v="3494" actId="478"/>
          <ac:spMkLst>
            <pc:docMk/>
            <pc:sldMk cId="2732212366" sldId="303"/>
            <ac:spMk id="3" creationId="{643C2211-3B59-0B42-9A33-E88EC90C3F98}"/>
          </ac:spMkLst>
        </pc:spChg>
        <pc:spChg chg="add mod">
          <ac:chgData name="Jair Andrade" userId="ac9439da21bf4221" providerId="LiveId" clId="{9E432B40-2719-D54A-B828-2E7D5E6093F4}" dt="2026-07-09T09:19:39.385" v="3531" actId="1076"/>
          <ac:spMkLst>
            <pc:docMk/>
            <pc:sldMk cId="2732212366" sldId="303"/>
            <ac:spMk id="9" creationId="{CD607811-9CF5-2646-878C-BD6AEA7B06B4}"/>
          </ac:spMkLst>
        </pc:spChg>
        <pc:picChg chg="add mod modCrop">
          <ac:chgData name="Jair Andrade" userId="ac9439da21bf4221" providerId="LiveId" clId="{9E432B40-2719-D54A-B828-2E7D5E6093F4}" dt="2026-07-09T09:20:41.105" v="3532" actId="732"/>
          <ac:picMkLst>
            <pc:docMk/>
            <pc:sldMk cId="2732212366" sldId="303"/>
            <ac:picMk id="5" creationId="{E431C55D-28E0-9E4D-8587-FAFDE693C9C0}"/>
          </ac:picMkLst>
        </pc:picChg>
        <pc:picChg chg="add mod">
          <ac:chgData name="Jair Andrade" userId="ac9439da21bf4221" providerId="LiveId" clId="{9E432B40-2719-D54A-B828-2E7D5E6093F4}" dt="2026-07-09T09:16:32.263" v="3515" actId="14100"/>
          <ac:picMkLst>
            <pc:docMk/>
            <pc:sldMk cId="2732212366" sldId="303"/>
            <ac:picMk id="6" creationId="{ACCEB149-8572-F549-8F66-B44DEB5C874E}"/>
          </ac:picMkLst>
        </pc:picChg>
        <pc:picChg chg="add mod modCrop">
          <ac:chgData name="Jair Andrade" userId="ac9439da21bf4221" providerId="LiveId" clId="{9E432B40-2719-D54A-B828-2E7D5E6093F4}" dt="2026-07-09T09:16:39.179" v="3518" actId="1076"/>
          <ac:picMkLst>
            <pc:docMk/>
            <pc:sldMk cId="2732212366" sldId="303"/>
            <ac:picMk id="7" creationId="{3FCE5CE8-BBAD-2240-B91A-299FBF96951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0E965-2DB3-624E-871E-81A96137640E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D856F-EC31-F748-B39E-7B618D0A6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1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9343647" y="4235851"/>
            <a:ext cx="7496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100047" y="4211003"/>
            <a:ext cx="7496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338859" y="1362700"/>
            <a:ext cx="9515557" cy="2032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338868" y="5292133"/>
            <a:ext cx="9515557" cy="2032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338867" y="2335685"/>
            <a:ext cx="95156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Font typeface="Constantia"/>
              <a:buNone/>
              <a:defRPr sz="7200">
                <a:latin typeface="Constantia"/>
                <a:ea typeface="Constantia"/>
                <a:cs typeface="Constantia"/>
                <a:sym typeface="Constant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7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849633" y="3800052"/>
            <a:ext cx="6494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rbel"/>
              <a:buNone/>
              <a:defRPr sz="3200"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42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67" y="3429200"/>
            <a:ext cx="12192000" cy="342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1086400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Corbel"/>
              <a:buNone/>
              <a:defRPr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821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100" y="6727600"/>
            <a:ext cx="12192000" cy="13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5005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15600" y="1688233"/>
            <a:ext cx="5333200" cy="4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 sz="1867">
                <a:latin typeface="Corbel"/>
                <a:ea typeface="Corbel"/>
                <a:cs typeface="Corbel"/>
                <a:sym typeface="Corbel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600">
                <a:latin typeface="Corbel"/>
                <a:ea typeface="Corbel"/>
                <a:cs typeface="Corbel"/>
                <a:sym typeface="Corbel"/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600">
                <a:latin typeface="Corbel"/>
                <a:ea typeface="Corbel"/>
                <a:cs typeface="Corbel"/>
                <a:sym typeface="Corbel"/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443200" y="1688233"/>
            <a:ext cx="5333200" cy="4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 sz="1867">
                <a:latin typeface="Corbel"/>
                <a:ea typeface="Corbel"/>
                <a:cs typeface="Corbel"/>
                <a:sym typeface="Corbel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600">
                <a:latin typeface="Corbel"/>
                <a:ea typeface="Corbel"/>
                <a:cs typeface="Corbel"/>
                <a:sym typeface="Corbel"/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600">
                <a:latin typeface="Corbel"/>
                <a:ea typeface="Corbel"/>
                <a:cs typeface="Corbel"/>
                <a:sym typeface="Corbel"/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5331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473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Constantia"/>
              <a:buNone/>
              <a:defRPr sz="32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600">
                <a:latin typeface="Corbel"/>
                <a:ea typeface="Corbel"/>
                <a:cs typeface="Corbel"/>
                <a:sym typeface="Corbel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600">
                <a:latin typeface="Corbel"/>
                <a:ea typeface="Corbel"/>
                <a:cs typeface="Corbel"/>
                <a:sym typeface="Corbel"/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600">
                <a:latin typeface="Corbel"/>
                <a:ea typeface="Corbel"/>
                <a:cs typeface="Corbel"/>
                <a:sym typeface="Corbel"/>
              </a:defRPr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600">
                <a:latin typeface="Corbel"/>
                <a:ea typeface="Corbel"/>
                <a:cs typeface="Corbel"/>
                <a:sym typeface="Corbel"/>
              </a:defRPr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600"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0635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653667" y="701800"/>
            <a:ext cx="7484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72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0157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7" name="Google Shape;47;p9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386233"/>
            <a:ext cx="53936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onstantia"/>
              <a:buNone/>
              <a:defRPr sz="5600">
                <a:latin typeface="Constantia"/>
                <a:ea typeface="Constantia"/>
                <a:cs typeface="Constantia"/>
                <a:sym typeface="Constant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6358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rbel"/>
              <a:buNone/>
              <a:defRPr sz="2800"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255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415600" y="5640967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rbel"/>
              <a:buNone/>
              <a:defRPr sz="3200"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2381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10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739800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415600" y="3994200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2611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941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BEAD-0FDA-B043-9777-E4BE4575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CFC92-A94A-C846-A003-03ACCB692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1E52-CE22-6F4B-932E-B1D235B2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1B44-5D73-BD4E-8A07-F5CB661D36BD}" type="datetime1">
              <a:rPr lang="en-IE" smtClean="0"/>
              <a:t>09/07/2026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07B0C-0A14-A44A-8A3E-547FE6FD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26C07-F850-4844-8476-9C78A3D9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9C950-B8C5-304C-9214-9BAB0A311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6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EB Garamond"/>
              <a:buNone/>
              <a:defRPr sz="3600" b="1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793794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32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emf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emf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emf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8/rsos.230515" TargetMode="External"/><Relationship Id="rId2" Type="http://schemas.openxmlformats.org/officeDocument/2006/relationships/hyperlink" Target="https://doi.org/10.1371/journal.pcbi.1010206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i.org/10.1016/j.idm.2024.03.003" TargetMode="External"/><Relationship Id="rId4" Type="http://schemas.openxmlformats.org/officeDocument/2006/relationships/hyperlink" Target="https://doi.org/10.1002/sdr.177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44967" y="2437300"/>
            <a:ext cx="10044000" cy="1363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IE" sz="4667" dirty="0">
                <a:solidFill>
                  <a:schemeClr val="accent5"/>
                </a:solidFill>
                <a:latin typeface="Corbel"/>
                <a:ea typeface="Corbel"/>
                <a:cs typeface="Corbel"/>
                <a:sym typeface="Corbel"/>
              </a:rPr>
              <a:t>Extensions to the SIR framework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849633" y="3800052"/>
            <a:ext cx="6488678" cy="105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/>
            <a:r>
              <a:rPr lang="en" sz="2700" dirty="0">
                <a:latin typeface="Corbel"/>
                <a:ea typeface="Corbel"/>
                <a:cs typeface="Corbel"/>
                <a:sym typeface="Corbel"/>
              </a:rPr>
              <a:t>Dr. Oscar Cort</a:t>
            </a:r>
            <a:r>
              <a:rPr lang="en" sz="2700" dirty="0"/>
              <a:t>és </a:t>
            </a:r>
            <a:r>
              <a:rPr lang="en" sz="2700" dirty="0">
                <a:latin typeface="Corbel"/>
                <a:ea typeface="Corbel"/>
                <a:cs typeface="Corbel"/>
                <a:sym typeface="Corbel"/>
              </a:rPr>
              <a:t>&amp; Dr. Jair Andrade</a:t>
            </a:r>
            <a:endParaRPr sz="2700" dirty="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8" name="Google Shape;68;p13" title="PDU_full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8033" y="5909367"/>
            <a:ext cx="3588032" cy="6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301" y="5909367"/>
            <a:ext cx="2781540" cy="5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733151B-1A75-3846-8161-BAF42DC69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465" y="4379070"/>
            <a:ext cx="306732" cy="20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4C98-A048-9841-81C0-B8E2D09B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6A42C-3F22-B24A-96E0-DAD7B5989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120" y="1536567"/>
            <a:ext cx="11360800" cy="577247"/>
          </a:xfrm>
        </p:spPr>
        <p:txBody>
          <a:bodyPr>
            <a:normAutofit lnSpcReduction="10000"/>
          </a:bodyPr>
          <a:lstStyle/>
          <a:p>
            <a:pPr marL="152396" indent="0">
              <a:buNone/>
            </a:pPr>
            <a:r>
              <a:rPr lang="en-US" sz="2400" dirty="0"/>
              <a:t> Learn how to add more realism to SIR models to make them useful in practice.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5F28F-9ED0-104E-ACB1-3FECD03846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C347599-C7B9-D74A-B8D3-6CC83562267F}"/>
              </a:ext>
            </a:extLst>
          </p:cNvPr>
          <p:cNvSpPr txBox="1">
            <a:spLocks/>
          </p:cNvSpPr>
          <p:nvPr/>
        </p:nvSpPr>
        <p:spPr>
          <a:xfrm>
            <a:off x="415600" y="2368532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onstantia"/>
              <a:buNone/>
              <a:defRPr sz="3600" b="1" i="0" u="none" strike="noStrike" cap="none">
                <a:solidFill>
                  <a:schemeClr val="accen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A1266-68D0-0C46-974C-BC886334BBAB}"/>
              </a:ext>
            </a:extLst>
          </p:cNvPr>
          <p:cNvSpPr txBox="1"/>
          <p:nvPr/>
        </p:nvSpPr>
        <p:spPr>
          <a:xfrm>
            <a:off x="1132560" y="3311732"/>
            <a:ext cx="4383820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5">
                    <a:lumMod val="50000"/>
                  </a:schemeClr>
                </a:solidFill>
              </a:rPr>
              <a:t>Incidence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5">
                    <a:lumMod val="50000"/>
                  </a:schemeClr>
                </a:solidFill>
              </a:rPr>
              <a:t>Latent compartment (SEIR)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5">
                    <a:lumMod val="50000"/>
                  </a:schemeClr>
                </a:solidFill>
              </a:rPr>
              <a:t>Demography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accent5">
                    <a:lumMod val="50000"/>
                  </a:schemeClr>
                </a:solidFill>
              </a:rPr>
              <a:t>Vaccination</a:t>
            </a:r>
          </a:p>
        </p:txBody>
      </p:sp>
    </p:spTree>
    <p:extLst>
      <p:ext uri="{BB962C8B-B14F-4D97-AF65-F5344CB8AC3E}">
        <p14:creationId xmlns:p14="http://schemas.microsoft.com/office/powerpoint/2010/main" val="159022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3D8E-EA68-0B4C-9361-B92A49F9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D3C37-413A-8042-A16A-32A7596BC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701312"/>
            <a:ext cx="5178124" cy="1222192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US" dirty="0"/>
              <a:t>Often, the most readily available data are case counts (incidence).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34518-E44A-B848-91D9-0C109E5EB9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8" name="Picture 7" descr="A group of graphs and charts&#10;&#10;Description automatically generated">
            <a:extLst>
              <a:ext uri="{FF2B5EF4-FFF2-40B4-BE49-F238E27FC236}">
                <a16:creationId xmlns:a16="http://schemas.microsoft.com/office/drawing/2014/main" id="{DAFCFD7A-12C0-2E48-B3D7-9C60D29332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749"/>
          <a:stretch/>
        </p:blipFill>
        <p:spPr>
          <a:xfrm>
            <a:off x="0" y="2688353"/>
            <a:ext cx="6096000" cy="29648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0D2DC3-CB39-DC43-B0EA-2D239942F1E6}"/>
              </a:ext>
            </a:extLst>
          </p:cNvPr>
          <p:cNvSpPr txBox="1"/>
          <p:nvPr/>
        </p:nvSpPr>
        <p:spPr>
          <a:xfrm>
            <a:off x="1161245" y="5848291"/>
            <a:ext cx="377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Andrade &amp; Duggan (2022)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4C9C34-BE7F-9549-A8EF-E5BBB5C94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007" y="3384044"/>
            <a:ext cx="5368204" cy="78672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00B88BE-CDE1-934C-AE5D-FEB9995BBDDB}"/>
              </a:ext>
            </a:extLst>
          </p:cNvPr>
          <p:cNvSpPr txBox="1">
            <a:spLocks/>
          </p:cNvSpPr>
          <p:nvPr/>
        </p:nvSpPr>
        <p:spPr>
          <a:xfrm>
            <a:off x="6511600" y="1701311"/>
            <a:ext cx="5178124" cy="987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rbel"/>
              <a:buChar char="●"/>
              <a:defRPr sz="1800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○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■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●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○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■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●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○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rbel"/>
              <a:buChar char="■"/>
              <a:defRPr sz="1867" b="0" i="0" u="none" strike="noStrike" cap="non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152396" indent="0">
              <a:buFont typeface="Corbel"/>
              <a:buNone/>
            </a:pPr>
            <a:r>
              <a:rPr lang="en-US" kern="0" dirty="0"/>
              <a:t> Gathering information about other states of the system can be prohibitively expensive.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90E7D56-1CE5-5E4F-8134-54CDCBD4F673}"/>
              </a:ext>
            </a:extLst>
          </p:cNvPr>
          <p:cNvSpPr/>
          <p:nvPr/>
        </p:nvSpPr>
        <p:spPr>
          <a:xfrm>
            <a:off x="7765961" y="3384044"/>
            <a:ext cx="1030309" cy="91750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B6B09-8565-C74C-9317-AFA0F62AD1E9}"/>
              </a:ext>
            </a:extLst>
          </p:cNvPr>
          <p:cNvSpPr txBox="1"/>
          <p:nvPr/>
        </p:nvSpPr>
        <p:spPr>
          <a:xfrm>
            <a:off x="7765961" y="4351163"/>
            <a:ext cx="12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Incidence</a:t>
            </a:r>
          </a:p>
        </p:txBody>
      </p:sp>
      <p:pic>
        <p:nvPicPr>
          <p:cNvPr id="1026" name="Picture 2" descr="Stack Speedometer 0-160mph">
            <a:extLst>
              <a:ext uri="{FF2B5EF4-FFF2-40B4-BE49-F238E27FC236}">
                <a16:creationId xmlns:a16="http://schemas.microsoft.com/office/drawing/2014/main" id="{5EF98064-3F3A-2247-B431-18999E83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242" y="2783331"/>
            <a:ext cx="575904" cy="57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99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1" grpId="0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EDC3-CB9A-EC48-94B2-06874FB7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Incidence (modelling)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B01B6-E6F5-7E41-AF34-BDE74C599C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3AFFDE-0760-2B4C-91E8-4F27967E18D6}"/>
                  </a:ext>
                </a:extLst>
              </p:cNvPr>
              <p:cNvSpPr txBox="1"/>
              <p:nvPr/>
            </p:nvSpPr>
            <p:spPr>
              <a:xfrm>
                <a:off x="1418439" y="5399386"/>
                <a:ext cx="2231286" cy="8182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GB" sz="2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2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3AFFDE-0760-2B4C-91E8-4F27967E1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439" y="5399386"/>
                <a:ext cx="2231286" cy="818237"/>
              </a:xfrm>
              <a:prstGeom prst="rect">
                <a:avLst/>
              </a:prstGeom>
              <a:blipFill>
                <a:blip r:embed="rId2"/>
                <a:stretch>
                  <a:fillRect l="-3390" t="-7692" r="-565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136AC91-8A82-7846-B927-C9D82BCCCD7E}"/>
              </a:ext>
            </a:extLst>
          </p:cNvPr>
          <p:cNvSpPr txBox="1"/>
          <p:nvPr/>
        </p:nvSpPr>
        <p:spPr>
          <a:xfrm>
            <a:off x="2057400" y="4102268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979B0"/>
                </a:solidFill>
              </a:rPr>
              <a:t>Reported cases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84E63-44A1-F64D-8226-A3E323F27D3C}"/>
              </a:ext>
            </a:extLst>
          </p:cNvPr>
          <p:cNvSpPr txBox="1"/>
          <p:nvPr/>
        </p:nvSpPr>
        <p:spPr>
          <a:xfrm>
            <a:off x="415600" y="4806402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Reporting fraction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00CF4F-224F-A147-BE87-1625485971F2}"/>
              </a:ext>
            </a:extLst>
          </p:cNvPr>
          <p:cNvCxnSpPr/>
          <p:nvPr/>
        </p:nvCxnSpPr>
        <p:spPr>
          <a:xfrm>
            <a:off x="1801875" y="5145376"/>
            <a:ext cx="732207" cy="663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2B3B92E-42A1-C64F-8A8C-03AD78C3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8" y="1992154"/>
            <a:ext cx="5643997" cy="2084062"/>
          </a:xfrm>
          <a:prstGeom prst="rect">
            <a:avLst/>
          </a:prstGeom>
        </p:spPr>
      </p:pic>
      <p:pic>
        <p:nvPicPr>
          <p:cNvPr id="17" name="Picture 2" descr="Stack Speedometer 0-160mph">
            <a:extLst>
              <a:ext uri="{FF2B5EF4-FFF2-40B4-BE49-F238E27FC236}">
                <a16:creationId xmlns:a16="http://schemas.microsoft.com/office/drawing/2014/main" id="{32D64094-6D6B-A240-8B19-37814BEE7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93" y="2868353"/>
            <a:ext cx="560647" cy="56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6389628-9E83-2F45-9B4E-7B1A734B91EA}"/>
              </a:ext>
            </a:extLst>
          </p:cNvPr>
          <p:cNvGrpSpPr/>
          <p:nvPr/>
        </p:nvGrpSpPr>
        <p:grpSpPr>
          <a:xfrm>
            <a:off x="6410955" y="1011177"/>
            <a:ext cx="5251456" cy="2743200"/>
            <a:chOff x="6504197" y="1333016"/>
            <a:chExt cx="5251456" cy="27432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6261A57-0203-B343-97DB-24D17A63A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4197" y="1333016"/>
              <a:ext cx="4572000" cy="2743200"/>
            </a:xfrm>
            <a:prstGeom prst="rect">
              <a:avLst/>
            </a:prstGeom>
          </p:spPr>
        </p:pic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989DA1A1-5028-9445-A89A-6A6AE4B0FFC2}"/>
                </a:ext>
              </a:extLst>
            </p:cNvPr>
            <p:cNvSpPr/>
            <p:nvPr/>
          </p:nvSpPr>
          <p:spPr>
            <a:xfrm>
              <a:off x="8809149" y="2444670"/>
              <a:ext cx="206062" cy="325192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F78D4B-7C28-E146-A1D6-6DA51F53A93D}"/>
                </a:ext>
              </a:extLst>
            </p:cNvPr>
            <p:cNvSpPr txBox="1"/>
            <p:nvPr/>
          </p:nvSpPr>
          <p:spPr>
            <a:xfrm>
              <a:off x="9015211" y="2318887"/>
              <a:ext cx="27404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New reported cases over an interval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CA5CC9-F2BE-944B-8C4A-45F155067CD4}"/>
                  </a:ext>
                </a:extLst>
              </p:cNvPr>
              <p:cNvSpPr txBox="1"/>
              <p:nvPr/>
            </p:nvSpPr>
            <p:spPr>
              <a:xfrm>
                <a:off x="4224185" y="4776044"/>
                <a:ext cx="232607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GB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CA5CC9-F2BE-944B-8C4A-45F155067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185" y="4776044"/>
                <a:ext cx="2326074" cy="369332"/>
              </a:xfrm>
              <a:prstGeom prst="rect">
                <a:avLst/>
              </a:prstGeom>
              <a:blipFill>
                <a:blip r:embed="rId6"/>
                <a:stretch>
                  <a:fillRect l="-1630" t="-6452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3AB7CD-56EF-0943-B3A7-C0BC5C858C89}"/>
                  </a:ext>
                </a:extLst>
              </p:cNvPr>
              <p:cNvSpPr txBox="1"/>
              <p:nvPr/>
            </p:nvSpPr>
            <p:spPr>
              <a:xfrm>
                <a:off x="4791098" y="5260886"/>
                <a:ext cx="12681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∈0, 1, 2…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3AB7CD-56EF-0943-B3A7-C0BC5C858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098" y="5260886"/>
                <a:ext cx="1268104" cy="276999"/>
              </a:xfrm>
              <a:prstGeom prst="rect">
                <a:avLst/>
              </a:prstGeom>
              <a:blipFill>
                <a:blip r:embed="rId7"/>
                <a:stretch>
                  <a:fillRect l="-1980" t="-4545" r="-5941" b="-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C8ECBAC5-DC73-D44D-93CA-214EB9173D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983" y="3890166"/>
            <a:ext cx="4572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A1D8-6BCD-FA44-8ABF-4F09F8D2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6902-BCCE-3D4E-AA1A-A5268459C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439" y="1415785"/>
            <a:ext cx="5127950" cy="2222766"/>
          </a:xfrm>
        </p:spPr>
        <p:txBody>
          <a:bodyPr>
            <a:normAutofit lnSpcReduction="10000"/>
          </a:bodyPr>
          <a:lstStyle/>
          <a:p>
            <a:pPr marL="152396" indent="0" algn="just">
              <a:buNone/>
            </a:pPr>
            <a:r>
              <a:rPr lang="en-IE" sz="2400" dirty="0"/>
              <a:t>Individuals do not usually become infectious immediately after infection; there is typically a </a:t>
            </a:r>
            <a:r>
              <a:rPr lang="en-IE" sz="2400" b="1" dirty="0"/>
              <a:t>latent period</a:t>
            </a:r>
            <a:r>
              <a:rPr lang="en-IE" sz="2400" dirty="0"/>
              <a:t> before they can transmit the disease.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E" sz="2400" dirty="0"/>
          </a:p>
          <a:p>
            <a:pPr algn="just">
              <a:buFont typeface="Arial" panose="020B0604020202020204" pitchFamily="34" charset="0"/>
              <a:buChar char="•"/>
            </a:pPr>
            <a:endParaRPr lang="en-I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439FC-9834-D942-9EF3-D3DB8A9943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015A7-3EDE-CD41-8806-168FD4A8F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638" y="2425518"/>
            <a:ext cx="6435953" cy="9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EDE217-BB2C-5E4D-A64A-2D98E1806E3A}"/>
              </a:ext>
            </a:extLst>
          </p:cNvPr>
          <p:cNvSpPr txBox="1"/>
          <p:nvPr/>
        </p:nvSpPr>
        <p:spPr>
          <a:xfrm>
            <a:off x="415600" y="3818126"/>
            <a:ext cx="51279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E" sz="2400" dirty="0">
                <a:solidFill>
                  <a:schemeClr val="dk2"/>
                </a:solidFill>
                <a:latin typeface="Corbel"/>
                <a:sym typeface="Corbel"/>
              </a:rPr>
              <a:t>This delay is represented by adding an Exposed (E) compartment between the Susceptible and Infectious compartments.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33CC1-9B48-6542-AA0D-0E163C25CBC1}"/>
              </a:ext>
            </a:extLst>
          </p:cNvPr>
          <p:cNvSpPr txBox="1"/>
          <p:nvPr/>
        </p:nvSpPr>
        <p:spPr>
          <a:xfrm>
            <a:off x="415600" y="5542094"/>
            <a:ext cx="5127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E" sz="2400" dirty="0">
                <a:solidFill>
                  <a:schemeClr val="dk2"/>
                </a:solidFill>
                <a:latin typeface="Corbel"/>
              </a:rPr>
              <a:t>Exposed is a somewhat misleading name. Latent would have been more accurate. </a:t>
            </a:r>
            <a:r>
              <a:rPr lang="en-IE" sz="2400" dirty="0">
                <a:latin typeface="Corbel"/>
              </a:rPr>
              <a:t>(Burke, 2024)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70E578-79BD-7D42-9003-7B829177A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469" y="4945810"/>
            <a:ext cx="5856742" cy="811262"/>
          </a:xfrm>
          <a:prstGeom prst="rect">
            <a:avLst/>
          </a:prstGeom>
        </p:spPr>
      </p:pic>
      <p:sp>
        <p:nvSpPr>
          <p:cNvPr id="11" name="Down Arrow 10">
            <a:extLst>
              <a:ext uri="{FF2B5EF4-FFF2-40B4-BE49-F238E27FC236}">
                <a16:creationId xmlns:a16="http://schemas.microsoft.com/office/drawing/2014/main" id="{B46B19E8-709F-A14E-BE6B-22804F25CA09}"/>
              </a:ext>
            </a:extLst>
          </p:cNvPr>
          <p:cNvSpPr/>
          <p:nvPr/>
        </p:nvSpPr>
        <p:spPr>
          <a:xfrm>
            <a:off x="8858250" y="3584088"/>
            <a:ext cx="571500" cy="114031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407EC8-57BF-C344-87ED-5425F1D82FBE}"/>
              </a:ext>
            </a:extLst>
          </p:cNvPr>
          <p:cNvSpPr/>
          <p:nvPr/>
        </p:nvSpPr>
        <p:spPr>
          <a:xfrm>
            <a:off x="6915150" y="2101585"/>
            <a:ext cx="1676400" cy="14825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0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3883-460A-DE44-95D9-1375016EC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SEIR (modelling)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F0C55-C8BF-5D4E-88B9-69B4CE1AA5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24543-2386-7447-9389-804AA01A6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825" y="1872738"/>
            <a:ext cx="5504026" cy="17187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7AFA94-9845-234A-8245-06DD8AF13131}"/>
                  </a:ext>
                </a:extLst>
              </p:cNvPr>
              <p:cNvSpPr txBox="1"/>
              <p:nvPr/>
            </p:nvSpPr>
            <p:spPr>
              <a:xfrm>
                <a:off x="666415" y="1677218"/>
                <a:ext cx="2220095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7AFA94-9845-234A-8245-06DD8AF13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15" y="1677218"/>
                <a:ext cx="2220095" cy="818237"/>
              </a:xfrm>
              <a:prstGeom prst="rect">
                <a:avLst/>
              </a:prstGeom>
              <a:blipFill>
                <a:blip r:embed="rId3"/>
                <a:stretch>
                  <a:fillRect l="-2841" t="-3077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08FD89-2897-224F-8B20-503EB5E487BA}"/>
                  </a:ext>
                </a:extLst>
              </p:cNvPr>
              <p:cNvSpPr txBox="1"/>
              <p:nvPr/>
            </p:nvSpPr>
            <p:spPr>
              <a:xfrm>
                <a:off x="666415" y="3491917"/>
                <a:ext cx="2547749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08FD89-2897-224F-8B20-503EB5E48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15" y="3491917"/>
                <a:ext cx="2547749" cy="818044"/>
              </a:xfrm>
              <a:prstGeom prst="rect">
                <a:avLst/>
              </a:prstGeom>
              <a:blipFill>
                <a:blip r:embed="rId4"/>
                <a:stretch>
                  <a:fillRect l="-2488" t="-1538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C33E5C-45A9-D54D-9520-833605210F05}"/>
                  </a:ext>
                </a:extLst>
              </p:cNvPr>
              <p:cNvSpPr txBox="1"/>
              <p:nvPr/>
            </p:nvSpPr>
            <p:spPr>
              <a:xfrm>
                <a:off x="666415" y="4484601"/>
                <a:ext cx="1588576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C33E5C-45A9-D54D-9520-833605210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15" y="4484601"/>
                <a:ext cx="1588576" cy="818044"/>
              </a:xfrm>
              <a:prstGeom prst="rect">
                <a:avLst/>
              </a:prstGeom>
              <a:blipFill>
                <a:blip r:embed="rId5"/>
                <a:stretch>
                  <a:fillRect l="-3968" t="-1538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8CDBC2-C722-5E42-9397-A11D554EEAE3}"/>
                  </a:ext>
                </a:extLst>
              </p:cNvPr>
              <p:cNvSpPr txBox="1"/>
              <p:nvPr/>
            </p:nvSpPr>
            <p:spPr>
              <a:xfrm>
                <a:off x="666415" y="2704994"/>
                <a:ext cx="2734467" cy="633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sz="2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b>
                          <m:sSubPr>
                            <m:ctrlP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GB" sz="2800" b="0" i="1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GB" sz="2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sSub>
                      <m:sSubPr>
                        <m:ctrlP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accent5">
                        <a:lumMod val="50000"/>
                      </a:schemeClr>
                    </a:solidFill>
                  </a:rPr>
                  <a:t> 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8CDBC2-C722-5E42-9397-A11D554EE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15" y="2704994"/>
                <a:ext cx="2734467" cy="633058"/>
              </a:xfrm>
              <a:prstGeom prst="rect">
                <a:avLst/>
              </a:prstGeom>
              <a:blipFill>
                <a:blip r:embed="rId6"/>
                <a:stretch>
                  <a:fillRect l="-3241" t="-196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7CD438-EE26-5748-8A35-137EF022B888}"/>
                  </a:ext>
                </a:extLst>
              </p:cNvPr>
              <p:cNvSpPr txBox="1"/>
              <p:nvPr/>
            </p:nvSpPr>
            <p:spPr>
              <a:xfrm>
                <a:off x="666415" y="5446589"/>
                <a:ext cx="1871987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𝜌𝜎</m:t>
                          </m:r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7CD438-EE26-5748-8A35-137EF022B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15" y="5446589"/>
                <a:ext cx="1871987" cy="818044"/>
              </a:xfrm>
              <a:prstGeom prst="rect">
                <a:avLst/>
              </a:prstGeom>
              <a:blipFill>
                <a:blip r:embed="rId7"/>
                <a:stretch>
                  <a:fillRect l="-33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BDD47E-D8CB-B44C-861E-B4276B66A2D7}"/>
                  </a:ext>
                </a:extLst>
              </p:cNvPr>
              <p:cNvSpPr txBox="1"/>
              <p:nvPr/>
            </p:nvSpPr>
            <p:spPr>
              <a:xfrm>
                <a:off x="8329372" y="2280073"/>
                <a:ext cx="14287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BDD47E-D8CB-B44C-861E-B4276B66A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372" y="2280073"/>
                <a:ext cx="1428750" cy="369332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D3370F0-1224-424C-8E6E-01A57B2615C0}"/>
              </a:ext>
            </a:extLst>
          </p:cNvPr>
          <p:cNvSpPr txBox="1"/>
          <p:nvPr/>
        </p:nvSpPr>
        <p:spPr>
          <a:xfrm>
            <a:off x="2643814" y="5745532"/>
            <a:ext cx="2849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Modelling decision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48FB0D-7318-E948-9BDB-BF0CAFC93772}"/>
                  </a:ext>
                </a:extLst>
              </p:cNvPr>
              <p:cNvSpPr txBox="1"/>
              <p:nvPr/>
            </p:nvSpPr>
            <p:spPr>
              <a:xfrm>
                <a:off x="3297619" y="2502200"/>
                <a:ext cx="1838675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48FB0D-7318-E948-9BDB-BF0CAFC93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619" y="2502200"/>
                <a:ext cx="1838675" cy="901785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86CB337-DC93-1648-B327-53EBDD534C57}"/>
              </a:ext>
            </a:extLst>
          </p:cNvPr>
          <p:cNvSpPr txBox="1"/>
          <p:nvPr/>
        </p:nvSpPr>
        <p:spPr>
          <a:xfrm>
            <a:off x="4165186" y="3122246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Latent period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CC4FD52-7BAF-624F-A9FC-78DBFB2AB983}"/>
              </a:ext>
            </a:extLst>
          </p:cNvPr>
          <p:cNvGrpSpPr/>
          <p:nvPr/>
        </p:nvGrpSpPr>
        <p:grpSpPr>
          <a:xfrm>
            <a:off x="3297619" y="4048452"/>
            <a:ext cx="2988839" cy="1327883"/>
            <a:chOff x="3297619" y="4048452"/>
            <a:chExt cx="2988839" cy="13278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6EA109C-AAA6-4C49-858E-CE1C97F0C91D}"/>
                    </a:ext>
                  </a:extLst>
                </p:cNvPr>
                <p:cNvSpPr txBox="1"/>
                <p:nvPr/>
              </p:nvSpPr>
              <p:spPr>
                <a:xfrm>
                  <a:off x="3297619" y="4048452"/>
                  <a:ext cx="1838675" cy="9780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2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𝕽</m:t>
                            </m:r>
                          </m:e>
                          <m:sub>
                            <m:r>
                              <a:rPr lang="en-GB" sz="2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GB" sz="2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num>
                          <m:den>
                            <m:r>
                              <a:rPr lang="en-GB" sz="2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den>
                        </m:f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6EA109C-AAA6-4C49-858E-CE1C97F0C9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619" y="4048452"/>
                  <a:ext cx="1838675" cy="978025"/>
                </a:xfrm>
                <a:prstGeom prst="rect">
                  <a:avLst/>
                </a:prstGeom>
                <a:blipFill>
                  <a:blip r:embed="rId10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14C917-B282-CA4F-A389-156D4B555488}"/>
                </a:ext>
              </a:extLst>
            </p:cNvPr>
            <p:cNvSpPr txBox="1"/>
            <p:nvPr/>
          </p:nvSpPr>
          <p:spPr>
            <a:xfrm>
              <a:off x="3508418" y="5007003"/>
              <a:ext cx="2778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Same as the SIR</a:t>
              </a:r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03C762D6-EAC0-7843-9B7E-27EF36736E60}"/>
              </a:ext>
            </a:extLst>
          </p:cNvPr>
          <p:cNvSpPr/>
          <p:nvPr/>
        </p:nvSpPr>
        <p:spPr>
          <a:xfrm>
            <a:off x="2542825" y="2704994"/>
            <a:ext cx="754794" cy="63305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CE3A5B-5148-B340-B7CB-51AAA1D544D1}"/>
              </a:ext>
            </a:extLst>
          </p:cNvPr>
          <p:cNvSpPr/>
          <p:nvPr/>
        </p:nvSpPr>
        <p:spPr>
          <a:xfrm>
            <a:off x="1610640" y="3632083"/>
            <a:ext cx="754794" cy="63305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e 21">
                <a:extLst>
                  <a:ext uri="{FF2B5EF4-FFF2-40B4-BE49-F238E27FC236}">
                    <a16:creationId xmlns:a16="http://schemas.microsoft.com/office/drawing/2014/main" id="{1FF55D58-98F8-E144-BF21-A8386E2669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4562661"/>
                  </p:ext>
                </p:extLst>
              </p:nvPr>
            </p:nvGraphicFramePr>
            <p:xfrm>
              <a:off x="7834908" y="3979587"/>
              <a:ext cx="2746452" cy="187992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42439">
                      <a:extLst>
                        <a:ext uri="{9D8B030D-6E8A-4147-A177-3AD203B41FA5}">
                          <a16:colId xmlns:a16="http://schemas.microsoft.com/office/drawing/2014/main" val="2852818812"/>
                        </a:ext>
                      </a:extLst>
                    </a:gridCol>
                    <a:gridCol w="1504013">
                      <a:extLst>
                        <a:ext uri="{9D8B030D-6E8A-4147-A177-3AD203B41FA5}">
                          <a16:colId xmlns:a16="http://schemas.microsoft.com/office/drawing/2014/main" val="15887551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0493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9753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774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25988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71540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e 21">
                <a:extLst>
                  <a:ext uri="{FF2B5EF4-FFF2-40B4-BE49-F238E27FC236}">
                    <a16:creationId xmlns:a16="http://schemas.microsoft.com/office/drawing/2014/main" id="{1FF55D58-98F8-E144-BF21-A8386E2669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4562661"/>
                  </p:ext>
                </p:extLst>
              </p:nvPr>
            </p:nvGraphicFramePr>
            <p:xfrm>
              <a:off x="7834908" y="3979587"/>
              <a:ext cx="2746452" cy="187992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42439">
                      <a:extLst>
                        <a:ext uri="{9D8B030D-6E8A-4147-A177-3AD203B41FA5}">
                          <a16:colId xmlns:a16="http://schemas.microsoft.com/office/drawing/2014/main" val="2852818812"/>
                        </a:ext>
                      </a:extLst>
                    </a:gridCol>
                    <a:gridCol w="1504013">
                      <a:extLst>
                        <a:ext uri="{9D8B030D-6E8A-4147-A177-3AD203B41FA5}">
                          <a16:colId xmlns:a16="http://schemas.microsoft.com/office/drawing/2014/main" val="1588755112"/>
                        </a:ext>
                      </a:extLst>
                    </a:gridCol>
                  </a:tblGrid>
                  <a:tr h="37598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0493051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t="-106667" r="-121212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975349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t="-213793" r="-121212" b="-2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2774449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t="-303333" r="-121212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2598810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t="-403333" r="-121212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71540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74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  <p:bldP spid="13" grpId="0"/>
      <p:bldP spid="14" grpId="0"/>
      <p:bldP spid="18" grpId="0"/>
      <p:bldP spid="19" grpId="0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BD1D-4303-8E41-B347-FEB313D61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SEIR (modelling)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0A1D-797B-5843-8C5B-5B07981A4C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DCC9A-886B-524E-820C-FCD8F414A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8" y="3011409"/>
            <a:ext cx="5544430" cy="17313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3A7D55-4C97-ED45-AD2B-65A1AFF29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524" y="1962376"/>
            <a:ext cx="5029200" cy="3200400"/>
          </a:xfrm>
          <a:prstGeom prst="rect">
            <a:avLst/>
          </a:prstGeom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2A3D91A8-33FA-BE46-8A85-D557D53C19C1}"/>
              </a:ext>
            </a:extLst>
          </p:cNvPr>
          <p:cNvSpPr/>
          <p:nvPr/>
        </p:nvSpPr>
        <p:spPr>
          <a:xfrm>
            <a:off x="11195212" y="3847114"/>
            <a:ext cx="299402" cy="318666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C54B9-08C8-C444-9EF0-3304615BA889}"/>
              </a:ext>
            </a:extLst>
          </p:cNvPr>
          <p:cNvSpPr txBox="1"/>
          <p:nvPr/>
        </p:nvSpPr>
        <p:spPr>
          <a:xfrm>
            <a:off x="6096000" y="5848291"/>
            <a:ext cx="120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delay</a:t>
            </a:r>
          </a:p>
        </p:txBody>
      </p:sp>
    </p:spTree>
    <p:extLst>
      <p:ext uri="{BB962C8B-B14F-4D97-AF65-F5344CB8AC3E}">
        <p14:creationId xmlns:p14="http://schemas.microsoft.com/office/powerpoint/2010/main" val="379057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FA74-E2FF-2845-A200-E9CD16E7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infer the model from the trajectory?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F1BA-9D1F-174F-83EA-39B5F961C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pic>
        <p:nvPicPr>
          <p:cNvPr id="8" name="Picture 7" descr="A group of men in clothing&#10;&#10;Description automatically generated">
            <a:extLst>
              <a:ext uri="{FF2B5EF4-FFF2-40B4-BE49-F238E27FC236}">
                <a16:creationId xmlns:a16="http://schemas.microsoft.com/office/drawing/2014/main" id="{1E82EE3A-5113-FE4A-8AB4-0EAFDCB68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526" y="1462796"/>
            <a:ext cx="2556223" cy="14314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E67690-2D31-004E-8CAE-A7D54E41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37" y="3279623"/>
            <a:ext cx="5029200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C8D31C-AA39-3443-80B7-E7A06319D3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82"/>
          <a:stretch/>
        </p:blipFill>
        <p:spPr>
          <a:xfrm>
            <a:off x="5613400" y="4073732"/>
            <a:ext cx="6578600" cy="19727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F7FDDC-533B-2E43-B540-A98A05A57A5B}"/>
              </a:ext>
            </a:extLst>
          </p:cNvPr>
          <p:cNvSpPr txBox="1"/>
          <p:nvPr/>
        </p:nvSpPr>
        <p:spPr>
          <a:xfrm>
            <a:off x="7247744" y="5829597"/>
            <a:ext cx="3005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effectLst/>
              </a:rPr>
              <a:t>Andrade</a:t>
            </a:r>
            <a:r>
              <a:rPr lang="en-IE" dirty="0"/>
              <a:t> </a:t>
            </a:r>
            <a:r>
              <a:rPr lang="en-IE" dirty="0">
                <a:effectLst/>
              </a:rPr>
              <a:t>&amp; Duggan</a:t>
            </a:r>
            <a:r>
              <a:rPr lang="en-IE" dirty="0"/>
              <a:t> </a:t>
            </a:r>
            <a:r>
              <a:rPr lang="en-IE" dirty="0">
                <a:effectLst/>
              </a:rPr>
              <a:t>(2023)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505E6E-3431-FE43-B7FF-3BA26525E806}"/>
                  </a:ext>
                </a:extLst>
              </p:cNvPr>
              <p:cNvSpPr txBox="1"/>
              <p:nvPr/>
            </p:nvSpPr>
            <p:spPr>
              <a:xfrm>
                <a:off x="5838453" y="2985695"/>
                <a:ext cx="1838675" cy="978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505E6E-3431-FE43-B7FF-3BA26525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453" y="2985695"/>
                <a:ext cx="1838675" cy="978025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AA9ED6-DB2D-2C46-A205-D84AF41FBB2C}"/>
                  </a:ext>
                </a:extLst>
              </p:cNvPr>
              <p:cNvSpPr txBox="1"/>
              <p:nvPr/>
            </p:nvSpPr>
            <p:spPr>
              <a:xfrm>
                <a:off x="8526094" y="3360062"/>
                <a:ext cx="28169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AA9ED6-DB2D-2C46-A205-D84AF41FB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094" y="3360062"/>
                <a:ext cx="2816939" cy="523220"/>
              </a:xfrm>
              <a:prstGeom prst="rect">
                <a:avLst/>
              </a:prstGeom>
              <a:blipFill>
                <a:blip r:embed="rId6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5F846A-D75C-B443-9D95-648D0775A80B}"/>
                  </a:ext>
                </a:extLst>
              </p:cNvPr>
              <p:cNvSpPr txBox="1"/>
              <p:nvPr/>
            </p:nvSpPr>
            <p:spPr>
              <a:xfrm>
                <a:off x="8526093" y="2894280"/>
                <a:ext cx="28169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5F846A-D75C-B443-9D95-648D0775A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093" y="2894280"/>
                <a:ext cx="2816939" cy="523220"/>
              </a:xfrm>
              <a:prstGeom prst="rect">
                <a:avLst/>
              </a:prstGeom>
              <a:blipFill>
                <a:blip r:embed="rId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30EB3C2-8054-374C-BBD8-30C720042277}"/>
              </a:ext>
            </a:extLst>
          </p:cNvPr>
          <p:cNvSpPr txBox="1"/>
          <p:nvPr/>
        </p:nvSpPr>
        <p:spPr>
          <a:xfrm>
            <a:off x="8239321" y="3004293"/>
            <a:ext cx="66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B64B52-D952-E74C-8C6F-9477C98C1AAA}"/>
              </a:ext>
            </a:extLst>
          </p:cNvPr>
          <p:cNvSpPr txBox="1"/>
          <p:nvPr/>
        </p:nvSpPr>
        <p:spPr>
          <a:xfrm>
            <a:off x="8166276" y="3483638"/>
            <a:ext cx="809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SEIR</a:t>
            </a:r>
          </a:p>
        </p:txBody>
      </p:sp>
    </p:spTree>
    <p:extLst>
      <p:ext uri="{BB962C8B-B14F-4D97-AF65-F5344CB8AC3E}">
        <p14:creationId xmlns:p14="http://schemas.microsoft.com/office/powerpoint/2010/main" val="367955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3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6C07-9A30-5842-8A2E-8C0B34AA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340F3-45FD-2747-9A8F-0A9FD3A8F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688432"/>
            <a:ext cx="11360800" cy="1924198"/>
          </a:xfrm>
        </p:spPr>
        <p:txBody>
          <a:bodyPr>
            <a:noAutofit/>
          </a:bodyPr>
          <a:lstStyle/>
          <a:p>
            <a:pPr algn="just"/>
            <a:r>
              <a:rPr lang="en-IE" sz="2000" dirty="0"/>
              <a:t>So far, we have have ignored demographics (births\deaths). What happens if we relax that assumption?</a:t>
            </a:r>
          </a:p>
          <a:p>
            <a:endParaRPr lang="en-IE" sz="2000" dirty="0"/>
          </a:p>
          <a:p>
            <a:pPr algn="just"/>
            <a:r>
              <a:rPr lang="en-IE" sz="2000" dirty="0"/>
              <a:t>If we are interested in exploring the </a:t>
            </a:r>
            <a:r>
              <a:rPr lang="en-IE" sz="2000" b="1" dirty="0">
                <a:solidFill>
                  <a:schemeClr val="accent5">
                    <a:lumMod val="50000"/>
                  </a:schemeClr>
                </a:solidFill>
              </a:rPr>
              <a:t>longer-term persistence and endemic dynamics </a:t>
            </a:r>
            <a:r>
              <a:rPr lang="en-IE" sz="2000" dirty="0"/>
              <a:t>of an infectious disease, then clearly demographic processes will be important.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BD7F5-EE24-194F-A927-E7E4A9499B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2AA24-D630-7141-AA7C-7F9D552AE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87" y="3760568"/>
            <a:ext cx="9298026" cy="22038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9E67F2-7F7B-994A-B919-2AC450B4E05C}"/>
              </a:ext>
            </a:extLst>
          </p:cNvPr>
          <p:cNvSpPr txBox="1"/>
          <p:nvPr/>
        </p:nvSpPr>
        <p:spPr>
          <a:xfrm>
            <a:off x="288619" y="6079967"/>
            <a:ext cx="3117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Deaths = natural mortality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ADE10-FEF5-9441-AC62-90311943D11D}"/>
              </a:ext>
            </a:extLst>
          </p:cNvPr>
          <p:cNvSpPr txBox="1"/>
          <p:nvPr/>
        </p:nvSpPr>
        <p:spPr>
          <a:xfrm>
            <a:off x="6843009" y="6234653"/>
            <a:ext cx="3117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effectLst/>
              </a:rPr>
              <a:t>Keeling</a:t>
            </a:r>
            <a:r>
              <a:rPr lang="en-IE" dirty="0"/>
              <a:t> </a:t>
            </a:r>
            <a:r>
              <a:rPr lang="en-IE" dirty="0">
                <a:effectLst/>
              </a:rPr>
              <a:t>&amp; </a:t>
            </a:r>
            <a:r>
              <a:rPr lang="en-IE" dirty="0" err="1">
                <a:effectLst/>
              </a:rPr>
              <a:t>Rohani</a:t>
            </a:r>
            <a:r>
              <a:rPr lang="en-IE" dirty="0"/>
              <a:t> </a:t>
            </a:r>
            <a:r>
              <a:rPr lang="en-IE" dirty="0">
                <a:effectLst/>
              </a:rPr>
              <a:t>(2008)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80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84C2-FF0F-1E47-8789-1994C175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SIR with demography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DC723-7A5B-4946-AB36-FA7DF83E95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60103-C172-844E-8186-B97C23FB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865" y="2288039"/>
            <a:ext cx="7343535" cy="17405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9F6FBE89-96A3-7C44-8159-77CA800FA86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50707" y="2133683"/>
                <a:ext cx="4006499" cy="10246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9F6FBE89-96A3-7C44-8159-77CA800FA86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0707" y="2133683"/>
                <a:ext cx="4006499" cy="1024639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38AD859D-6BDC-A04A-8CEC-BEE92E0D53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707" y="3386328"/>
                <a:ext cx="4006499" cy="1024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609585" marR="0" lvl="0" indent="-457189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Corbel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1pPr>
                <a:lvl2pPr marL="1219170" marR="0" lvl="1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2pPr>
                <a:lvl3pPr marL="1828754" marR="0" lvl="2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3pPr>
                <a:lvl4pPr marL="2438339" marR="0" lvl="3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●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4pPr>
                <a:lvl5pPr marL="3047924" marR="0" lvl="4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5pPr>
                <a:lvl6pPr marL="3657509" marR="0" lvl="5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6pPr>
                <a:lvl7pPr marL="4267093" marR="0" lvl="6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●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7pPr>
                <a:lvl8pPr marL="4876678" marR="0" lvl="7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8pPr>
                <a:lvl9pPr marL="5486263" marR="0" lvl="8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9pPr>
              </a:lstStyle>
              <a:p>
                <a:pPr marL="152396" indent="0">
                  <a:buFont typeface="Corbe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GB" sz="280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800" b="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80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GB" sz="2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kern="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38AD859D-6BDC-A04A-8CEC-BEE92E0D5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07" y="3386328"/>
                <a:ext cx="4006499" cy="1024639"/>
              </a:xfrm>
              <a:prstGeom prst="rect">
                <a:avLst/>
              </a:prstGeom>
              <a:blipFill>
                <a:blip r:embed="rId4"/>
                <a:stretch>
                  <a:fillRect b="-60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AF49166E-FF47-3E4F-AC08-AECFD17E96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303931" y="4878737"/>
                <a:ext cx="4006499" cy="940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609585" marR="0" lvl="0" indent="-457189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Corbel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1pPr>
                <a:lvl2pPr marL="1219170" marR="0" lvl="1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2pPr>
                <a:lvl3pPr marL="1828754" marR="0" lvl="2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3pPr>
                <a:lvl4pPr marL="2438339" marR="0" lvl="3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●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4pPr>
                <a:lvl5pPr marL="3047924" marR="0" lvl="4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5pPr>
                <a:lvl6pPr marL="3657509" marR="0" lvl="5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6pPr>
                <a:lvl7pPr marL="4267093" marR="0" lvl="6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●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7pPr>
                <a:lvl8pPr marL="4876678" marR="0" lvl="7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8pPr>
                <a:lvl9pPr marL="5486263" marR="0" lvl="8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9pPr>
              </a:lstStyle>
              <a:p>
                <a:pPr marL="152396" indent="0">
                  <a:buFont typeface="Corbe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80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GB" sz="2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kern="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AF49166E-FF47-3E4F-AC08-AECFD17E9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3931" y="4878737"/>
                <a:ext cx="4006499" cy="940963"/>
              </a:xfrm>
              <a:prstGeom prst="rect">
                <a:avLst/>
              </a:prstGeom>
              <a:blipFill>
                <a:blip r:embed="rId5"/>
                <a:stretch>
                  <a:fillRect b="-10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8E7256D-99FD-5D42-BA08-FD9C978660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581" y="4607801"/>
            <a:ext cx="4939739" cy="10220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195565-45BC-0C45-966A-4A259E253D8E}"/>
              </a:ext>
            </a:extLst>
          </p:cNvPr>
          <p:cNvSpPr txBox="1"/>
          <p:nvPr/>
        </p:nvSpPr>
        <p:spPr>
          <a:xfrm>
            <a:off x="966913" y="1627386"/>
            <a:ext cx="257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Birth rate = death rate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BF3A0B-56FC-F74B-BA99-7ABC1C05276B}"/>
                  </a:ext>
                </a:extLst>
              </p:cNvPr>
              <p:cNvSpPr txBox="1"/>
              <p:nvPr/>
            </p:nvSpPr>
            <p:spPr>
              <a:xfrm>
                <a:off x="1976208" y="2958336"/>
                <a:ext cx="64532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GB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BF3A0B-56FC-F74B-BA99-7ABC1C052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208" y="2958336"/>
                <a:ext cx="6453264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04FD66-867D-324F-95EC-4CF709D5D607}"/>
                  </a:ext>
                </a:extLst>
              </p:cNvPr>
              <p:cNvSpPr txBox="1"/>
              <p:nvPr/>
            </p:nvSpPr>
            <p:spPr>
              <a:xfrm>
                <a:off x="5586548" y="2650784"/>
                <a:ext cx="10189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04FD66-867D-324F-95EC-4CF709D5D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548" y="2650784"/>
                <a:ext cx="1018903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FD5682-E116-944B-996A-15BAA72847F5}"/>
                  </a:ext>
                </a:extLst>
              </p:cNvPr>
              <p:cNvSpPr txBox="1"/>
              <p:nvPr/>
            </p:nvSpPr>
            <p:spPr>
              <a:xfrm>
                <a:off x="7799410" y="2675832"/>
                <a:ext cx="8057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GB" sz="1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1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0FD5682-E116-944B-996A-15BAA7284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410" y="2675832"/>
                <a:ext cx="805721" cy="369332"/>
              </a:xfrm>
              <a:prstGeom prst="rect">
                <a:avLst/>
              </a:prstGeom>
              <a:blipFill>
                <a:blip r:embed="rId9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D45F851-29B9-0245-8B9B-1C26D2DFF00B}"/>
                  </a:ext>
                </a:extLst>
              </p:cNvPr>
              <p:cNvSpPr txBox="1"/>
              <p:nvPr/>
            </p:nvSpPr>
            <p:spPr>
              <a:xfrm>
                <a:off x="9996043" y="2677142"/>
                <a:ext cx="10189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GB" sz="1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80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D45F851-29B9-0245-8B9B-1C26D2DFF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043" y="2677142"/>
                <a:ext cx="1018903" cy="369332"/>
              </a:xfrm>
              <a:prstGeom prst="rect">
                <a:avLst/>
              </a:prstGeom>
              <a:blipFill>
                <a:blip r:embed="rId10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51E25AB-5713-1844-AA22-EC9A864B8420}"/>
              </a:ext>
            </a:extLst>
          </p:cNvPr>
          <p:cNvSpPr txBox="1"/>
          <p:nvPr/>
        </p:nvSpPr>
        <p:spPr>
          <a:xfrm>
            <a:off x="5473284" y="5871082"/>
            <a:ext cx="232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Dynamic equilibrium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F1FDAC-A4BF-A746-A0B5-B6304FDEBF48}"/>
                  </a:ext>
                </a:extLst>
              </p:cNvPr>
              <p:cNvSpPr txBox="1"/>
              <p:nvPr/>
            </p:nvSpPr>
            <p:spPr>
              <a:xfrm>
                <a:off x="415600" y="6178964"/>
                <a:ext cx="22854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GB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GB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GB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F1FDAC-A4BF-A746-A0B5-B6304FDEB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6178964"/>
                <a:ext cx="2285434" cy="369332"/>
              </a:xfrm>
              <a:prstGeom prst="rect">
                <a:avLst/>
              </a:prstGeom>
              <a:blipFill>
                <a:blip r:embed="rId11"/>
                <a:stretch>
                  <a:fillRect l="-2210" r="-55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21">
                <a:extLst>
                  <a:ext uri="{FF2B5EF4-FFF2-40B4-BE49-F238E27FC236}">
                    <a16:creationId xmlns:a16="http://schemas.microsoft.com/office/drawing/2014/main" id="{7C17357B-7520-764E-94B1-AF4C0EFE2C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728759"/>
                  </p:ext>
                </p:extLst>
              </p:nvPr>
            </p:nvGraphicFramePr>
            <p:xfrm>
              <a:off x="9281759" y="4417709"/>
              <a:ext cx="2746452" cy="150393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42439">
                      <a:extLst>
                        <a:ext uri="{9D8B030D-6E8A-4147-A177-3AD203B41FA5}">
                          <a16:colId xmlns:a16="http://schemas.microsoft.com/office/drawing/2014/main" val="2852818812"/>
                        </a:ext>
                      </a:extLst>
                    </a:gridCol>
                    <a:gridCol w="1504013">
                      <a:extLst>
                        <a:ext uri="{9D8B030D-6E8A-4147-A177-3AD203B41FA5}">
                          <a16:colId xmlns:a16="http://schemas.microsoft.com/office/drawing/2014/main" val="15887551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0493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10/7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9753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25988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1/(70 * 365)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71540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21">
                <a:extLst>
                  <a:ext uri="{FF2B5EF4-FFF2-40B4-BE49-F238E27FC236}">
                    <a16:creationId xmlns:a16="http://schemas.microsoft.com/office/drawing/2014/main" id="{7C17357B-7520-764E-94B1-AF4C0EFE2C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728759"/>
                  </p:ext>
                </p:extLst>
              </p:nvPr>
            </p:nvGraphicFramePr>
            <p:xfrm>
              <a:off x="9281759" y="4417709"/>
              <a:ext cx="2746452" cy="150393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42439">
                      <a:extLst>
                        <a:ext uri="{9D8B030D-6E8A-4147-A177-3AD203B41FA5}">
                          <a16:colId xmlns:a16="http://schemas.microsoft.com/office/drawing/2014/main" val="2852818812"/>
                        </a:ext>
                      </a:extLst>
                    </a:gridCol>
                    <a:gridCol w="1504013">
                      <a:extLst>
                        <a:ext uri="{9D8B030D-6E8A-4147-A177-3AD203B41FA5}">
                          <a16:colId xmlns:a16="http://schemas.microsoft.com/office/drawing/2014/main" val="1588755112"/>
                        </a:ext>
                      </a:extLst>
                    </a:gridCol>
                  </a:tblGrid>
                  <a:tr h="37598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0493051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t="-106667" r="-121212" b="-2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10/7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975349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t="-206667" r="-121212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2598810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t="-306667" r="-121212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1/(70 * 365)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71540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080504-1DD6-3440-85B2-4ABE44FC857F}"/>
                  </a:ext>
                </a:extLst>
              </p:cNvPr>
              <p:cNvSpPr txBox="1"/>
              <p:nvPr/>
            </p:nvSpPr>
            <p:spPr>
              <a:xfrm>
                <a:off x="7575030" y="5948213"/>
                <a:ext cx="2701523" cy="725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GB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GB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∼10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080504-1DD6-3440-85B2-4ABE44FC8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030" y="5948213"/>
                <a:ext cx="2701523" cy="725070"/>
              </a:xfrm>
              <a:prstGeom prst="rect">
                <a:avLst/>
              </a:prstGeom>
              <a:blipFill>
                <a:blip r:embed="rId13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14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/>
      <p:bldP spid="10" grpId="0"/>
      <p:bldP spid="12" grpId="0"/>
      <p:bldP spid="14" grpId="0"/>
      <p:bldP spid="16" grpId="0"/>
      <p:bldP spid="18" grpId="0"/>
      <p:bldP spid="19" grpId="0"/>
      <p:bldP spid="20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ED34-3286-C647-9164-60C3580C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SIR with demography (simulation)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F808B-D6F4-3040-AE21-337DD28A8F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5B975-6307-AA4B-AC95-CA8FED06C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677" y="4482859"/>
            <a:ext cx="5335534" cy="12646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C640E7-E939-2D45-8E38-2429EB7B9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2" y="1715216"/>
            <a:ext cx="6400800" cy="457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F4C7E4-AFED-A24C-810F-EDD9A36D3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109" y="1376779"/>
            <a:ext cx="4569502" cy="261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6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C719-625F-0A46-A335-9F36CAE7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SIR with demography (simulation)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B946C-D6D9-2541-8689-FA47A63048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000EC-DDDA-6343-81C6-93EEC3D7D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079" y="1600200"/>
            <a:ext cx="4572000" cy="18288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31253D8-9932-6546-811A-B2398F115A77}"/>
              </a:ext>
            </a:extLst>
          </p:cNvPr>
          <p:cNvSpPr/>
          <p:nvPr/>
        </p:nvSpPr>
        <p:spPr>
          <a:xfrm>
            <a:off x="4017364" y="1738859"/>
            <a:ext cx="734518" cy="1690141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D8DE6E-82FE-A04F-86AA-ABDDB7499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971" y="3567659"/>
            <a:ext cx="3657600" cy="274320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CE8763B-A9C1-FE47-A539-ED5EB6115CAE}"/>
              </a:ext>
            </a:extLst>
          </p:cNvPr>
          <p:cNvSpPr/>
          <p:nvPr/>
        </p:nvSpPr>
        <p:spPr>
          <a:xfrm rot="5400000">
            <a:off x="7072860" y="2106118"/>
            <a:ext cx="734518" cy="1690141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0903FF-42D9-F34F-B1FF-93D5A08DC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564" y="3429000"/>
            <a:ext cx="3657600" cy="2743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FAA4103-E02F-284B-9BD9-891FF353489A}"/>
              </a:ext>
            </a:extLst>
          </p:cNvPr>
          <p:cNvSpPr txBox="1"/>
          <p:nvPr/>
        </p:nvSpPr>
        <p:spPr>
          <a:xfrm>
            <a:off x="7974767" y="6217623"/>
            <a:ext cx="244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really cool</a:t>
            </a:r>
          </a:p>
        </p:txBody>
      </p:sp>
    </p:spTree>
    <p:extLst>
      <p:ext uri="{BB962C8B-B14F-4D97-AF65-F5344CB8AC3E}">
        <p14:creationId xmlns:p14="http://schemas.microsoft.com/office/powerpoint/2010/main" val="328003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B8FF-C53E-E04A-A398-AE3FD70F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Bringing the cavalry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D46E-3B06-F543-A27C-F70DE7CFB9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5" name="Picture 2" descr="British Cavalry">
            <a:extLst>
              <a:ext uri="{FF2B5EF4-FFF2-40B4-BE49-F238E27FC236}">
                <a16:creationId xmlns:a16="http://schemas.microsoft.com/office/drawing/2014/main" id="{07777498-253D-BC43-8D6A-303680AB2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77" y="286936"/>
            <a:ext cx="2246718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F1D283-6EAC-674B-839D-05112186C629}"/>
                  </a:ext>
                </a:extLst>
              </p:cNvPr>
              <p:cNvSpPr txBox="1"/>
              <p:nvPr/>
            </p:nvSpPr>
            <p:spPr>
              <a:xfrm>
                <a:off x="93468" y="3075057"/>
                <a:ext cx="336935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4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𝕽</m:t>
                              </m:r>
                            </m:e>
                            <m:sub>
                              <m:r>
                                <a:rPr lang="en-GB" sz="4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4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𝕽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F1D283-6EAC-674B-839D-05112186C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8" y="3075057"/>
                <a:ext cx="3369351" cy="707886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EBC4050-2BD8-AC41-9866-8FF828505A09}"/>
              </a:ext>
            </a:extLst>
          </p:cNvPr>
          <p:cNvSpPr txBox="1"/>
          <p:nvPr/>
        </p:nvSpPr>
        <p:spPr>
          <a:xfrm>
            <a:off x="731320" y="4797838"/>
            <a:ext cx="109310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The public health system can reach safely </a:t>
            </a:r>
            <a:r>
              <a:rPr lang="en-US" sz="2400" dirty="0">
                <a:solidFill>
                  <a:srgbClr val="007FA2"/>
                </a:solidFill>
              </a:rPr>
              <a:t>high immunity levels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by employing one of the most important inventions in the history of science: </a:t>
            </a:r>
            <a:r>
              <a:rPr lang="en-US" sz="2400" dirty="0">
                <a:solidFill>
                  <a:srgbClr val="007FA2"/>
                </a:solidFill>
              </a:rPr>
              <a:t>vaccines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5D9ED5-F8E5-D044-91FB-8C4830981BA0}"/>
              </a:ext>
            </a:extLst>
          </p:cNvPr>
          <p:cNvSpPr/>
          <p:nvPr/>
        </p:nvSpPr>
        <p:spPr>
          <a:xfrm>
            <a:off x="2458387" y="2970261"/>
            <a:ext cx="584616" cy="989814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1EB85-34BF-A14E-A7E1-1269D5599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782" y="2905265"/>
            <a:ext cx="8319281" cy="1219205"/>
          </a:xfrm>
          <a:prstGeom prst="rect">
            <a:avLst/>
          </a:prstGeom>
        </p:spPr>
      </p:pic>
      <p:sp>
        <p:nvSpPr>
          <p:cNvPr id="15" name="Curved Down Arrow 14">
            <a:extLst>
              <a:ext uri="{FF2B5EF4-FFF2-40B4-BE49-F238E27FC236}">
                <a16:creationId xmlns:a16="http://schemas.microsoft.com/office/drawing/2014/main" id="{91DB2CBE-9104-3548-B073-2A42BC4764A3}"/>
              </a:ext>
            </a:extLst>
          </p:cNvPr>
          <p:cNvSpPr/>
          <p:nvPr/>
        </p:nvSpPr>
        <p:spPr>
          <a:xfrm>
            <a:off x="4362138" y="2131857"/>
            <a:ext cx="6934473" cy="943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96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EDC7-3B92-A44E-80B4-52203AB2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Vaccination (modelling)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38418-391B-5E46-8B9D-6C127A6EFA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EF1CA-242A-CD48-888F-A187FFACD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861" y="1838735"/>
            <a:ext cx="6929350" cy="22799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C0805C-E7C9-9E48-98B3-99F423EAAE8C}"/>
                  </a:ext>
                </a:extLst>
              </p:cNvPr>
              <p:cNvSpPr txBox="1"/>
              <p:nvPr/>
            </p:nvSpPr>
            <p:spPr>
              <a:xfrm>
                <a:off x="415600" y="2160648"/>
                <a:ext cx="3078728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C0805C-E7C9-9E48-98B3-99F423EAA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2160648"/>
                <a:ext cx="3078728" cy="818044"/>
              </a:xfrm>
              <a:prstGeom prst="rect">
                <a:avLst/>
              </a:prstGeom>
              <a:blipFill>
                <a:blip r:embed="rId3"/>
                <a:stretch>
                  <a:fillRect l="-2049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3D0E9C-6E14-BA42-9517-E3737ABB622F}"/>
                  </a:ext>
                </a:extLst>
              </p:cNvPr>
              <p:cNvSpPr txBox="1"/>
              <p:nvPr/>
            </p:nvSpPr>
            <p:spPr>
              <a:xfrm>
                <a:off x="415600" y="3470287"/>
                <a:ext cx="2631746" cy="8180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8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3D0E9C-6E14-BA42-9517-E3737ABB6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0" y="3470287"/>
                <a:ext cx="2631746" cy="818044"/>
              </a:xfrm>
              <a:prstGeom prst="rect">
                <a:avLst/>
              </a:prstGeom>
              <a:blipFill>
                <a:blip r:embed="rId4"/>
                <a:stretch>
                  <a:fillRect l="-2392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5461002-5E7C-F944-B6C7-A72DFE12A0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50184" y="4585054"/>
                <a:ext cx="4773176" cy="940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609585" marR="0" lvl="0" indent="-457189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800"/>
                  <a:buFont typeface="Corbel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1pPr>
                <a:lvl2pPr marL="1219170" marR="0" lvl="1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2pPr>
                <a:lvl3pPr marL="1828754" marR="0" lvl="2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3pPr>
                <a:lvl4pPr marL="2438339" marR="0" lvl="3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●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4pPr>
                <a:lvl5pPr marL="3047924" marR="0" lvl="4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5pPr>
                <a:lvl6pPr marL="3657509" marR="0" lvl="5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6pPr>
                <a:lvl7pPr marL="4267093" marR="0" lvl="6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●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7pPr>
                <a:lvl8pPr marL="4876678" marR="0" lvl="7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○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8pPr>
                <a:lvl9pPr marL="5486263" marR="0" lvl="8" indent="-423323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Corbel"/>
                  <a:buChar char="■"/>
                  <a:defRPr sz="1867" b="0" i="0" u="none" strike="noStrike" cap="none">
                    <a:solidFill>
                      <a:schemeClr val="dk2"/>
                    </a:solidFill>
                    <a:latin typeface="Corbel"/>
                    <a:ea typeface="Corbel"/>
                    <a:cs typeface="Corbel"/>
                    <a:sym typeface="Corbel"/>
                  </a:defRPr>
                </a:lvl9pPr>
              </a:lstStyle>
              <a:p>
                <a:pPr marL="152396" indent="0">
                  <a:buFont typeface="Corbe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sz="2800" i="1" kern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80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GB" sz="280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8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800" b="0" i="1" kern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sSub>
                        <m:sSubPr>
                          <m:ctrlPr>
                            <a:rPr lang="en-GB" sz="2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kern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kern="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5461002-5E7C-F944-B6C7-A72DFE12A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0184" y="4585054"/>
                <a:ext cx="4773176" cy="940770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6162BB-88D6-CF42-BC1A-3093AC949CD8}"/>
                  </a:ext>
                </a:extLst>
              </p:cNvPr>
              <p:cNvSpPr txBox="1"/>
              <p:nvPr/>
            </p:nvSpPr>
            <p:spPr>
              <a:xfrm>
                <a:off x="8004748" y="1502985"/>
                <a:ext cx="11175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6162BB-88D6-CF42-BC1A-3093AC949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48" y="1502985"/>
                <a:ext cx="1117576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21">
                <a:extLst>
                  <a:ext uri="{FF2B5EF4-FFF2-40B4-BE49-F238E27FC236}">
                    <a16:creationId xmlns:a16="http://schemas.microsoft.com/office/drawing/2014/main" id="{B3B44EBD-67AB-674F-8BA1-64B7FEBD82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395216"/>
                  </p:ext>
                </p:extLst>
              </p:nvPr>
            </p:nvGraphicFramePr>
            <p:xfrm>
              <a:off x="7385203" y="4585054"/>
              <a:ext cx="2746452" cy="150393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42439">
                      <a:extLst>
                        <a:ext uri="{9D8B030D-6E8A-4147-A177-3AD203B41FA5}">
                          <a16:colId xmlns:a16="http://schemas.microsoft.com/office/drawing/2014/main" val="2852818812"/>
                        </a:ext>
                      </a:extLst>
                    </a:gridCol>
                    <a:gridCol w="1504013">
                      <a:extLst>
                        <a:ext uri="{9D8B030D-6E8A-4147-A177-3AD203B41FA5}">
                          <a16:colId xmlns:a16="http://schemas.microsoft.com/office/drawing/2014/main" val="15887551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04930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9753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25988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71540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21">
                <a:extLst>
                  <a:ext uri="{FF2B5EF4-FFF2-40B4-BE49-F238E27FC236}">
                    <a16:creationId xmlns:a16="http://schemas.microsoft.com/office/drawing/2014/main" id="{B3B44EBD-67AB-674F-8BA1-64B7FEBD82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0395216"/>
                  </p:ext>
                </p:extLst>
              </p:nvPr>
            </p:nvGraphicFramePr>
            <p:xfrm>
              <a:off x="7385203" y="4585054"/>
              <a:ext cx="2746452" cy="150393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242439">
                      <a:extLst>
                        <a:ext uri="{9D8B030D-6E8A-4147-A177-3AD203B41FA5}">
                          <a16:colId xmlns:a16="http://schemas.microsoft.com/office/drawing/2014/main" val="2852818812"/>
                        </a:ext>
                      </a:extLst>
                    </a:gridCol>
                    <a:gridCol w="1504013">
                      <a:extLst>
                        <a:ext uri="{9D8B030D-6E8A-4147-A177-3AD203B41FA5}">
                          <a16:colId xmlns:a16="http://schemas.microsoft.com/office/drawing/2014/main" val="1588755112"/>
                        </a:ext>
                      </a:extLst>
                    </a:gridCol>
                  </a:tblGrid>
                  <a:tr h="375984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0493051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0" t="-106667" r="-122449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6975349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0" t="-213793" r="-122449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2598810"/>
                      </a:ext>
                    </a:extLst>
                  </a:tr>
                  <a:tr h="375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20" t="-303333" r="-122449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71540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9250A-8991-AA40-9072-E412A4D739F5}"/>
                  </a:ext>
                </a:extLst>
              </p:cNvPr>
              <p:cNvSpPr txBox="1"/>
              <p:nvPr/>
            </p:nvSpPr>
            <p:spPr>
              <a:xfrm>
                <a:off x="604401" y="5681282"/>
                <a:ext cx="1350563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ker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orbel"/>
                              <a:cs typeface="Corbel"/>
                              <a:sym typeface="Corbel"/>
                            </a:rPr>
                          </m:ctrlPr>
                        </m:sSubPr>
                        <m:e>
                          <m:r>
                            <a:rPr lang="en-GB" sz="2800" i="1" ker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orbel"/>
                              <a:cs typeface="Corbel"/>
                              <a:sym typeface="Corbel"/>
                            </a:rPr>
                            <m:t>𝜆</m:t>
                          </m:r>
                        </m:e>
                        <m:sub>
                          <m:r>
                            <a:rPr lang="en-GB" sz="2800" i="1" ker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orbel"/>
                              <a:cs typeface="Corbel"/>
                              <a:sym typeface="Corbel"/>
                            </a:rPr>
                            <m:t>𝑡</m:t>
                          </m:r>
                        </m:sub>
                      </m:sSub>
                      <m:r>
                        <a:rPr lang="en-GB" sz="2800" i="1" ker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orbel"/>
                          <a:cs typeface="Corbel"/>
                          <a:sym typeface="Corbel"/>
                        </a:rPr>
                        <m:t>=</m:t>
                      </m:r>
                      <m:f>
                        <m:fPr>
                          <m:ctrlPr>
                            <a:rPr lang="en-GB" sz="2800" i="1" ker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orbel"/>
                              <a:cs typeface="Corbel"/>
                              <a:sym typeface="Corbel"/>
                            </a:rPr>
                          </m:ctrlPr>
                        </m:fPr>
                        <m:num>
                          <m:r>
                            <a:rPr lang="en-GB" sz="2800" i="1" ker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orbel"/>
                              <a:cs typeface="Corbel"/>
                              <a:sym typeface="Corbel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GB" sz="2800" i="1" ker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orbel"/>
                                  <a:cs typeface="Corbel"/>
                                  <a:sym typeface="Corbel"/>
                                </a:rPr>
                              </m:ctrlPr>
                            </m:sSubPr>
                            <m:e>
                              <m:r>
                                <a:rPr lang="en-GB" sz="2800" i="1" ker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orbel"/>
                                  <a:cs typeface="Corbel"/>
                                  <a:sym typeface="Corbe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800" i="1" ker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orbel"/>
                                  <a:cs typeface="Corbel"/>
                                  <a:sym typeface="Corbel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GB" sz="2800" i="1" ker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orbel"/>
                              <a:cs typeface="Corbel"/>
                              <a:sym typeface="Corbel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i="1" kern="0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  <a:ea typeface="Corbel"/>
                  <a:cs typeface="Corbel"/>
                  <a:sym typeface="Corbel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9250A-8991-AA40-9072-E412A4D73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01" y="5681282"/>
                <a:ext cx="1350563" cy="815416"/>
              </a:xfrm>
              <a:prstGeom prst="rect">
                <a:avLst/>
              </a:prstGeom>
              <a:blipFill>
                <a:blip r:embed="rId8"/>
                <a:stretch>
                  <a:fillRect l="-6481" t="-3077" r="-926"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10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52F3-8A37-104E-B896-4E08414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Herd immunity threshold (via vaccination)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E1F5F-C22E-3B48-88F6-1140E9DC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If we could vaccinate the population before the introduction of the first infectious case, what is the minimum fraction of the population that would need to be vaccinated?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CA54C-B56B-7F40-9861-A168B73554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A342E-8A30-1A4F-9552-C744D869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13" y="2580302"/>
            <a:ext cx="6084488" cy="20019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32EC45-364F-A54C-8D42-106697FB24A8}"/>
                  </a:ext>
                </a:extLst>
              </p:cNvPr>
              <p:cNvSpPr txBox="1"/>
              <p:nvPr/>
            </p:nvSpPr>
            <p:spPr>
              <a:xfrm>
                <a:off x="-592916" y="5272775"/>
                <a:ext cx="33693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𝕽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GB" sz="3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𝕽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32EC45-364F-A54C-8D42-106697FB2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2916" y="5272775"/>
                <a:ext cx="3369351" cy="584775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A6D3A7-9EBD-0145-A2C1-BB0DE4D1224A}"/>
                  </a:ext>
                </a:extLst>
              </p:cNvPr>
              <p:cNvSpPr txBox="1"/>
              <p:nvPr/>
            </p:nvSpPr>
            <p:spPr>
              <a:xfrm>
                <a:off x="1575881" y="5309488"/>
                <a:ext cx="33693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𝕽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A6D3A7-9EBD-0145-A2C1-BB0DE4D12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881" y="5309488"/>
                <a:ext cx="3369351" cy="584775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737D5-43F9-D94D-A77D-B61C55DF48C4}"/>
                  </a:ext>
                </a:extLst>
              </p:cNvPr>
              <p:cNvSpPr txBox="1"/>
              <p:nvPr/>
            </p:nvSpPr>
            <p:spPr>
              <a:xfrm>
                <a:off x="3976989" y="5014596"/>
                <a:ext cx="3369351" cy="1101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𝕽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GB" sz="3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4737D5-43F9-D94D-A77D-B61C55DF4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89" y="5014596"/>
                <a:ext cx="3369351" cy="1101135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DC3DED9-4C38-E647-B2D0-CBCDE6B10F33}"/>
              </a:ext>
            </a:extLst>
          </p:cNvPr>
          <p:cNvSpPr txBox="1"/>
          <p:nvPr/>
        </p:nvSpPr>
        <p:spPr>
          <a:xfrm>
            <a:off x="586492" y="461375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87A02-FBC0-FB44-80C0-0E518BA29C42}"/>
              </a:ext>
            </a:extLst>
          </p:cNvPr>
          <p:cNvSpPr txBox="1"/>
          <p:nvPr/>
        </p:nvSpPr>
        <p:spPr>
          <a:xfrm>
            <a:off x="3007922" y="460804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7C079-3DA5-1E4C-93BA-39EC36F419F4}"/>
              </a:ext>
            </a:extLst>
          </p:cNvPr>
          <p:cNvSpPr txBox="1"/>
          <p:nvPr/>
        </p:nvSpPr>
        <p:spPr>
          <a:xfrm>
            <a:off x="5429352" y="458223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C52D52-79C4-6241-9BF3-A3F21A9D5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686" y="2492885"/>
            <a:ext cx="4663485" cy="310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B48513-7D41-EA44-AC3B-9C05B4005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7" y="2845598"/>
            <a:ext cx="5433814" cy="1733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897F9C-C04A-0748-9DB8-7EAE67F4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4949D-0378-9A4F-9DAE-4928FC783F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88A9CD-2847-A642-9091-A467F5F80976}"/>
                  </a:ext>
                </a:extLst>
              </p:cNvPr>
              <p:cNvSpPr txBox="1"/>
              <p:nvPr/>
            </p:nvSpPr>
            <p:spPr>
              <a:xfrm>
                <a:off x="3502701" y="3527531"/>
                <a:ext cx="8619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kern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GB" sz="1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1800" b="0" i="1" kern="0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88A9CD-2847-A642-9091-A467F5F80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701" y="3527531"/>
                <a:ext cx="86193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33B1F6-9046-BE47-A8EF-BA28870870E8}"/>
                  </a:ext>
                </a:extLst>
              </p:cNvPr>
              <p:cNvSpPr txBox="1"/>
              <p:nvPr/>
            </p:nvSpPr>
            <p:spPr>
              <a:xfrm>
                <a:off x="2008683" y="2660932"/>
                <a:ext cx="11175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33B1F6-9046-BE47-A8EF-BA2887087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683" y="2660932"/>
                <a:ext cx="111757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1EBD44C-1E89-D447-88FC-E243EB36BE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00" y="1883397"/>
            <a:ext cx="5486400" cy="3657600"/>
          </a:xfrm>
          <a:prstGeom prst="rect">
            <a:avLst/>
          </a:prstGeom>
        </p:spPr>
      </p:pic>
      <p:sp>
        <p:nvSpPr>
          <p:cNvPr id="12" name="Left Brace 11">
            <a:extLst>
              <a:ext uri="{FF2B5EF4-FFF2-40B4-BE49-F238E27FC236}">
                <a16:creationId xmlns:a16="http://schemas.microsoft.com/office/drawing/2014/main" id="{081E0634-F937-9949-A199-532D0829F5C3}"/>
              </a:ext>
            </a:extLst>
          </p:cNvPr>
          <p:cNvSpPr/>
          <p:nvPr/>
        </p:nvSpPr>
        <p:spPr>
          <a:xfrm>
            <a:off x="8544393" y="2458382"/>
            <a:ext cx="521350" cy="1259174"/>
          </a:xfrm>
          <a:prstGeom prst="leftBrac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08D8DE-FEEA-3546-82D2-CC43F3D1C314}"/>
              </a:ext>
            </a:extLst>
          </p:cNvPr>
          <p:cNvSpPr txBox="1"/>
          <p:nvPr/>
        </p:nvSpPr>
        <p:spPr>
          <a:xfrm>
            <a:off x="9399705" y="1951503"/>
            <a:ext cx="218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epidemic size</a:t>
            </a:r>
          </a:p>
        </p:txBody>
      </p:sp>
    </p:spTree>
    <p:extLst>
      <p:ext uri="{BB962C8B-B14F-4D97-AF65-F5344CB8AC3E}">
        <p14:creationId xmlns:p14="http://schemas.microsoft.com/office/powerpoint/2010/main" val="31107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2083-C71C-8F43-89C3-253B827D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0315E-4407-C444-8660-06382D91D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94"/>
            <a:ext cx="10515600" cy="4895850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accent5"/>
                </a:solidFill>
              </a:rPr>
              <a:t>There are upper limits 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to produce and deliver vaccines</a:t>
            </a:r>
            <a:endParaRPr lang="en-US" sz="2200" dirty="0">
              <a:solidFill>
                <a:srgbClr val="007FA2"/>
              </a:solidFill>
            </a:endParaRPr>
          </a:p>
          <a:p>
            <a:endParaRPr lang="en-US" sz="22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200" dirty="0">
                <a:solidFill>
                  <a:schemeClr val="accent5"/>
                </a:solidFill>
              </a:rPr>
              <a:t>How much time 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is required to </a:t>
            </a:r>
            <a:r>
              <a:rPr lang="en-US" sz="2200" dirty="0">
                <a:solidFill>
                  <a:schemeClr val="accent5"/>
                </a:solidFill>
              </a:rPr>
              <a:t>build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this capacity, and </a:t>
            </a:r>
            <a:r>
              <a:rPr lang="en-US" sz="2200" dirty="0">
                <a:solidFill>
                  <a:schemeClr val="accent5"/>
                </a:solidFill>
              </a:rPr>
              <a:t>how long 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does the </a:t>
            </a:r>
            <a:r>
              <a:rPr lang="en-US" sz="2200" dirty="0">
                <a:solidFill>
                  <a:schemeClr val="accent5"/>
                </a:solidFill>
              </a:rPr>
              <a:t>pathogen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take to </a:t>
            </a:r>
            <a:r>
              <a:rPr lang="en-US" sz="2200" dirty="0">
                <a:solidFill>
                  <a:schemeClr val="accent5"/>
                </a:solidFill>
              </a:rPr>
              <a:t>infect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the population?</a:t>
            </a:r>
          </a:p>
          <a:p>
            <a:endParaRPr lang="en-US" sz="22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Therefore, the </a:t>
            </a:r>
            <a:r>
              <a:rPr lang="en-US" sz="2200" dirty="0">
                <a:solidFill>
                  <a:schemeClr val="accent5"/>
                </a:solidFill>
              </a:rPr>
              <a:t>success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of an outbreak or pandemic </a:t>
            </a:r>
            <a:r>
              <a:rPr lang="en-US" sz="2200" dirty="0">
                <a:solidFill>
                  <a:schemeClr val="accent5"/>
                </a:solidFill>
              </a:rPr>
              <a:t>response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is most likely </a:t>
            </a:r>
            <a:r>
              <a:rPr lang="en-US" sz="2200" dirty="0">
                <a:solidFill>
                  <a:schemeClr val="accent5"/>
                </a:solidFill>
              </a:rPr>
              <a:t>determined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by the </a:t>
            </a:r>
            <a:r>
              <a:rPr lang="en-US" sz="2200" dirty="0">
                <a:solidFill>
                  <a:schemeClr val="accent5"/>
                </a:solidFill>
              </a:rPr>
              <a:t>resources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accumulated </a:t>
            </a:r>
            <a:r>
              <a:rPr lang="en-US" sz="2200" dirty="0">
                <a:solidFill>
                  <a:schemeClr val="accent5"/>
                </a:solidFill>
              </a:rPr>
              <a:t>before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the </a:t>
            </a:r>
            <a:r>
              <a:rPr lang="en-US" sz="2200" dirty="0">
                <a:solidFill>
                  <a:schemeClr val="accent5"/>
                </a:solidFill>
              </a:rPr>
              <a:t>first case 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occurs.</a:t>
            </a:r>
          </a:p>
          <a:p>
            <a:endParaRPr lang="en-US" sz="2200" dirty="0">
              <a:solidFill>
                <a:schemeClr val="bg2">
                  <a:lumMod val="75000"/>
                </a:schemeClr>
              </a:solidFill>
            </a:endParaRPr>
          </a:p>
          <a:p>
            <a:pPr algn="just"/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Additionally, </a:t>
            </a:r>
            <a:r>
              <a:rPr lang="en-US" sz="2200" dirty="0">
                <a:solidFill>
                  <a:schemeClr val="accent5"/>
                </a:solidFill>
              </a:rPr>
              <a:t>models help 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in understanding these issues, but they are </a:t>
            </a:r>
            <a:r>
              <a:rPr lang="en-US" sz="2200" dirty="0">
                <a:solidFill>
                  <a:schemeClr val="accent5"/>
                </a:solidFill>
              </a:rPr>
              <a:t>not the reason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 outbreak responses </a:t>
            </a:r>
            <a:r>
              <a:rPr lang="en-US" sz="2200" dirty="0">
                <a:solidFill>
                  <a:schemeClr val="accent5"/>
                </a:solidFill>
              </a:rPr>
              <a:t>fail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. Rather, it is the </a:t>
            </a:r>
            <a:r>
              <a:rPr lang="en-US" sz="2200" dirty="0">
                <a:solidFill>
                  <a:srgbClr val="007FA2"/>
                </a:solidFill>
              </a:rPr>
              <a:t>la</a:t>
            </a:r>
            <a:r>
              <a:rPr lang="en-US" sz="2200" dirty="0">
                <a:solidFill>
                  <a:schemeClr val="accent5"/>
                </a:solidFill>
              </a:rPr>
              <a:t>ck of resources </a:t>
            </a:r>
            <a:r>
              <a:rPr lang="en-US" sz="2200" dirty="0">
                <a:solidFill>
                  <a:schemeClr val="bg2">
                    <a:lumMod val="75000"/>
                  </a:schemeClr>
                </a:solidFill>
              </a:rPr>
              <a:t>and the knowledge of how to use them effectively.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10EF7-E1C9-3E41-B095-19EEBA4E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9C950-B8C5-304C-9214-9BAB0A311922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DB887-F96C-C042-A857-C2011AFE24CC}"/>
              </a:ext>
            </a:extLst>
          </p:cNvPr>
          <p:cNvSpPr txBox="1"/>
          <p:nvPr/>
        </p:nvSpPr>
        <p:spPr>
          <a:xfrm>
            <a:off x="8184629" y="6102112"/>
            <a:ext cx="2863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Andrade et al (2024)</a:t>
            </a:r>
          </a:p>
        </p:txBody>
      </p:sp>
    </p:spTree>
    <p:extLst>
      <p:ext uri="{BB962C8B-B14F-4D97-AF65-F5344CB8AC3E}">
        <p14:creationId xmlns:p14="http://schemas.microsoft.com/office/powerpoint/2010/main" val="184921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F311-8A08-FD40-8C47-6996C3817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842D4-FE40-6F42-85CC-04BBE0F62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567"/>
            <a:ext cx="11360800" cy="4681056"/>
          </a:xfrm>
        </p:spPr>
        <p:txBody>
          <a:bodyPr>
            <a:normAutofit lnSpcReduction="10000"/>
          </a:bodyPr>
          <a:lstStyle/>
          <a:p>
            <a:pPr marL="152396" indent="0">
              <a:buNone/>
            </a:pPr>
            <a:r>
              <a:rPr lang="en-IE" dirty="0">
                <a:effectLst/>
              </a:rPr>
              <a:t>Andrade, J., &amp; Duggan, J. (2022). Inferring the effective reproductive number from deterministic and semi-deterministic compartmental models using incidence and mobility data. </a:t>
            </a:r>
            <a:r>
              <a:rPr lang="en-IE" i="1" dirty="0">
                <a:effectLst/>
              </a:rPr>
              <a:t>PLOS Computational Biology</a:t>
            </a:r>
            <a:r>
              <a:rPr lang="en-IE" dirty="0">
                <a:effectLst/>
              </a:rPr>
              <a:t>, </a:t>
            </a:r>
            <a:r>
              <a:rPr lang="en-IE" i="1" dirty="0">
                <a:effectLst/>
              </a:rPr>
              <a:t>18</a:t>
            </a:r>
            <a:r>
              <a:rPr lang="en-IE" dirty="0">
                <a:effectLst/>
              </a:rPr>
              <a:t>(6), e1010206. </a:t>
            </a:r>
            <a:r>
              <a:rPr lang="en-IE" dirty="0">
                <a:effectLst/>
                <a:hlinkClick r:id="rId2"/>
              </a:rPr>
              <a:t>https://doi.org/10.1371/journal.pcbi.1010206</a:t>
            </a:r>
            <a:endParaRPr lang="en-IE" dirty="0">
              <a:effectLst/>
            </a:endParaRPr>
          </a:p>
          <a:p>
            <a:pPr marL="152396" indent="0">
              <a:buNone/>
            </a:pPr>
            <a:endParaRPr lang="en-IE" dirty="0"/>
          </a:p>
          <a:p>
            <a:pPr marL="152396" indent="0">
              <a:buNone/>
            </a:pPr>
            <a:r>
              <a:rPr lang="en-IE" dirty="0">
                <a:effectLst/>
              </a:rPr>
              <a:t>Andrade, J., &amp; Duggan, J. (2023). Anchoring the mean generation time in the SEIR to mitigate biases in </a:t>
            </a:r>
            <a:r>
              <a:rPr lang="en-IE" dirty="0" err="1">
                <a:effectLst/>
              </a:rPr>
              <a:t>ℜ</a:t>
            </a:r>
            <a:r>
              <a:rPr lang="en-IE" dirty="0">
                <a:effectLst/>
              </a:rPr>
              <a:t> </a:t>
            </a:r>
            <a:r>
              <a:rPr lang="en-IE" baseline="-25000" dirty="0">
                <a:effectLst/>
              </a:rPr>
              <a:t>0</a:t>
            </a:r>
            <a:r>
              <a:rPr lang="en-IE" dirty="0">
                <a:effectLst/>
              </a:rPr>
              <a:t> estimates due to uncertainty in the distribution of the epidemiological delays. </a:t>
            </a:r>
            <a:r>
              <a:rPr lang="en-IE" i="1" dirty="0">
                <a:effectLst/>
              </a:rPr>
              <a:t>Royal Society Open Science</a:t>
            </a:r>
            <a:r>
              <a:rPr lang="en-IE" dirty="0">
                <a:effectLst/>
              </a:rPr>
              <a:t>, </a:t>
            </a:r>
            <a:r>
              <a:rPr lang="en-IE" i="1" dirty="0">
                <a:effectLst/>
              </a:rPr>
              <a:t>10</a:t>
            </a:r>
            <a:r>
              <a:rPr lang="en-IE" dirty="0">
                <a:effectLst/>
              </a:rPr>
              <a:t>(8), 230515. </a:t>
            </a:r>
            <a:r>
              <a:rPr lang="en-IE" dirty="0">
                <a:effectLst/>
                <a:hlinkClick r:id="rId3"/>
              </a:rPr>
              <a:t>https://doi.org/10.1098/rsos.230515</a:t>
            </a:r>
            <a:endParaRPr lang="en-IE" dirty="0">
              <a:effectLst/>
            </a:endParaRPr>
          </a:p>
          <a:p>
            <a:pPr marL="152396" indent="0">
              <a:buNone/>
            </a:pPr>
            <a:endParaRPr lang="en-IE" dirty="0"/>
          </a:p>
          <a:p>
            <a:pPr marL="152396" indent="0">
              <a:buNone/>
            </a:pPr>
            <a:r>
              <a:rPr lang="en-IE" dirty="0">
                <a:effectLst/>
              </a:rPr>
              <a:t>Andrade, J., </a:t>
            </a:r>
            <a:r>
              <a:rPr lang="en-IE" dirty="0" err="1">
                <a:effectLst/>
              </a:rPr>
              <a:t>Beishuizen</a:t>
            </a:r>
            <a:r>
              <a:rPr lang="en-IE" dirty="0">
                <a:effectLst/>
              </a:rPr>
              <a:t>, B., Stein, M., Connolly, M., &amp; Duggan, J. (2024). Preparing for pandemic response in the context of limited resources. System Dynamics Review, 40(3), e1775. </a:t>
            </a:r>
            <a:r>
              <a:rPr lang="en-IE" dirty="0">
                <a:effectLst/>
                <a:hlinkClick r:id="rId4"/>
              </a:rPr>
              <a:t>https://doi.org/10.1002/sdr.1775</a:t>
            </a:r>
            <a:endParaRPr lang="en-IE" dirty="0">
              <a:effectLst/>
            </a:endParaRPr>
          </a:p>
          <a:p>
            <a:pPr marL="152396" indent="0">
              <a:buNone/>
            </a:pPr>
            <a:endParaRPr lang="en-IE" dirty="0">
              <a:effectLst/>
            </a:endParaRPr>
          </a:p>
          <a:p>
            <a:pPr marL="152396" indent="0">
              <a:buNone/>
            </a:pPr>
            <a:r>
              <a:rPr lang="en-IE" dirty="0">
                <a:effectLst/>
              </a:rPr>
              <a:t>Burke, D. S. (2024). Origins of the problematic E in SEIR epidemic models. </a:t>
            </a:r>
            <a:r>
              <a:rPr lang="en-IE" i="1" dirty="0">
                <a:effectLst/>
              </a:rPr>
              <a:t>Infectious Disease Modelling</a:t>
            </a:r>
            <a:r>
              <a:rPr lang="en-IE" dirty="0">
                <a:effectLst/>
              </a:rPr>
              <a:t>, </a:t>
            </a:r>
            <a:r>
              <a:rPr lang="en-IE" i="1" dirty="0">
                <a:effectLst/>
              </a:rPr>
              <a:t>9</a:t>
            </a:r>
            <a:r>
              <a:rPr lang="en-IE" dirty="0">
                <a:effectLst/>
              </a:rPr>
              <a:t>(3), 673–679. </a:t>
            </a:r>
            <a:r>
              <a:rPr lang="en-IE" dirty="0">
                <a:effectLst/>
                <a:hlinkClick r:id="rId5"/>
              </a:rPr>
              <a:t>https://doi.org/10.1016/j.idm.2024.03.003</a:t>
            </a:r>
            <a:endParaRPr lang="en-IE" dirty="0">
              <a:effectLst/>
            </a:endParaRPr>
          </a:p>
          <a:p>
            <a:pPr marL="152396" indent="0">
              <a:buNone/>
            </a:pPr>
            <a:endParaRPr lang="en-IE" dirty="0"/>
          </a:p>
          <a:p>
            <a:pPr marL="152396" indent="0">
              <a:buNone/>
            </a:pPr>
            <a:r>
              <a:rPr lang="en-IE" dirty="0">
                <a:effectLst/>
              </a:rPr>
              <a:t>Keeling, M. J., &amp; </a:t>
            </a:r>
            <a:r>
              <a:rPr lang="en-IE" dirty="0" err="1">
                <a:effectLst/>
              </a:rPr>
              <a:t>Rohani</a:t>
            </a:r>
            <a:r>
              <a:rPr lang="en-IE" dirty="0">
                <a:effectLst/>
              </a:rPr>
              <a:t>, P. (2008). </a:t>
            </a:r>
            <a:r>
              <a:rPr lang="en-IE" i="1" dirty="0" err="1">
                <a:effectLst/>
              </a:rPr>
              <a:t>Modeling</a:t>
            </a:r>
            <a:r>
              <a:rPr lang="en-IE" i="1" dirty="0">
                <a:effectLst/>
              </a:rPr>
              <a:t> infectious diseases in humans and animals</a:t>
            </a:r>
            <a:r>
              <a:rPr lang="en-IE" dirty="0">
                <a:effectLst/>
              </a:rPr>
              <a:t>. Princeton University Press.</a:t>
            </a:r>
          </a:p>
          <a:p>
            <a:pPr marL="152396" indent="0">
              <a:buNone/>
            </a:pPr>
            <a:endParaRPr lang="en-IE" dirty="0">
              <a:effectLst/>
            </a:endParaRPr>
          </a:p>
          <a:p>
            <a:pPr marL="152396" indent="0">
              <a:buNone/>
            </a:pPr>
            <a:endParaRPr lang="en-IE" dirty="0">
              <a:effectLst/>
            </a:endParaRPr>
          </a:p>
          <a:p>
            <a:endParaRPr lang="en-IE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B6A7D-6AD4-004E-91EA-899CF0AD5B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9419966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868</Words>
  <Application>Microsoft Macintosh PowerPoint</Application>
  <PresentationFormat>Widescreen</PresentationFormat>
  <Paragraphs>155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 Math</vt:lpstr>
      <vt:lpstr>Constantia</vt:lpstr>
      <vt:lpstr>Corbel</vt:lpstr>
      <vt:lpstr>EB Garamond</vt:lpstr>
      <vt:lpstr>Open Sans</vt:lpstr>
      <vt:lpstr>PT Sans Narrow</vt:lpstr>
      <vt:lpstr>Tropic</vt:lpstr>
      <vt:lpstr>Extensions to the SIR framework</vt:lpstr>
      <vt:lpstr>Goal</vt:lpstr>
      <vt:lpstr>Incidence</vt:lpstr>
      <vt:lpstr>Incidence (modelling)</vt:lpstr>
      <vt:lpstr>SEIR</vt:lpstr>
      <vt:lpstr>SEIR (modelling)</vt:lpstr>
      <vt:lpstr>SEIR (modelling)</vt:lpstr>
      <vt:lpstr>Can we infer the model from the trajectory?</vt:lpstr>
      <vt:lpstr>Demography</vt:lpstr>
      <vt:lpstr>SIR with demography</vt:lpstr>
      <vt:lpstr>SIR with demography (simulation)</vt:lpstr>
      <vt:lpstr>SIR with demography (simulation)</vt:lpstr>
      <vt:lpstr>Bringing the cavalry</vt:lpstr>
      <vt:lpstr>Vaccination (modelling)</vt:lpstr>
      <vt:lpstr>Herd immunity threshold (via vaccination)</vt:lpstr>
      <vt:lpstr>Competition</vt:lpstr>
      <vt:lpstr>Resource constraints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intro</dc:title>
  <dc:creator>Jair Andrade</dc:creator>
  <cp:lastModifiedBy>Jair Andrade</cp:lastModifiedBy>
  <cp:revision>72</cp:revision>
  <dcterms:created xsi:type="dcterms:W3CDTF">2025-07-13T09:10:06Z</dcterms:created>
  <dcterms:modified xsi:type="dcterms:W3CDTF">2026-07-09T23:46:58Z</dcterms:modified>
</cp:coreProperties>
</file>